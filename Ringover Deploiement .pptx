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4"/>
    <p:sldMasterId id="2147483683" r:id="rId5"/>
    <p:sldMasterId id="2147483684" r:id="rId6"/>
  </p:sldMasterIdLst>
  <p:notesMasterIdLst>
    <p:notesMasterId r:id="rId7"/>
  </p:notesMasterIdLst>
  <p:sldIdLst>
    <p:sldId id="256" r:id="rId8"/>
    <p:sldId id="257" r:id="rId9"/>
    <p:sldId id="258" r:id="rId10"/>
    <p:sldId id="259" r:id="rId11"/>
    <p:sldId id="260" r:id="rId12"/>
    <p:sldId id="261" r:id="rId13"/>
    <p:sldId id="262" r:id="rId14"/>
  </p:sldIdLst>
  <p:sldSz cy="5143500" cx="9144000"/>
  <p:notesSz cx="6858000" cy="9144000"/>
  <p:embeddedFontLst>
    <p:embeddedFont>
      <p:font typeface="Montserrat SemiBold"/>
      <p:regular r:id="rId15"/>
      <p:bold r:id="rId16"/>
      <p:italic r:id="rId17"/>
      <p:boldItalic r:id="rId18"/>
    </p:embeddedFont>
    <p:embeddedFont>
      <p:font typeface="Montserrat"/>
      <p:regular r:id="rId19"/>
      <p:bold r:id="rId20"/>
      <p:italic r:id="rId21"/>
      <p:boldItalic r:id="rId22"/>
    </p:embeddedFont>
    <p:embeddedFont>
      <p:font typeface="Montserrat Medium"/>
      <p:regular r:id="rId23"/>
      <p:bold r:id="rId24"/>
      <p:italic r:id="rId25"/>
      <p:boldItalic r:id="rId26"/>
    </p:embeddedFont>
    <p:embeddedFont>
      <p:font typeface="DM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fntdata"/><Relationship Id="rId22" Type="http://schemas.openxmlformats.org/officeDocument/2006/relationships/font" Target="fonts/Montserrat-boldItalic.fntdata"/><Relationship Id="rId21" Type="http://schemas.openxmlformats.org/officeDocument/2006/relationships/font" Target="fonts/Montserrat-italic.fntdata"/><Relationship Id="rId24" Type="http://schemas.openxmlformats.org/officeDocument/2006/relationships/font" Target="fonts/MontserratMedium-bold.fntdata"/><Relationship Id="rId23" Type="http://schemas.openxmlformats.org/officeDocument/2006/relationships/font" Target="fonts/Montserrat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MontserratMedium-boldItalic.fntdata"/><Relationship Id="rId25" Type="http://schemas.openxmlformats.org/officeDocument/2006/relationships/font" Target="fonts/MontserratMedium-italic.fntdata"/><Relationship Id="rId28" Type="http://schemas.openxmlformats.org/officeDocument/2006/relationships/font" Target="fonts/DMSans-bold.fntdata"/><Relationship Id="rId27" Type="http://schemas.openxmlformats.org/officeDocument/2006/relationships/font" Target="fonts/DMSans-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DMSans-italic.fntdata"/><Relationship Id="rId7" Type="http://schemas.openxmlformats.org/officeDocument/2006/relationships/notesMaster" Target="notesMasters/notesMaster1.xml"/><Relationship Id="rId8" Type="http://schemas.openxmlformats.org/officeDocument/2006/relationships/slide" Target="slides/slide1.xml"/><Relationship Id="rId30" Type="http://schemas.openxmlformats.org/officeDocument/2006/relationships/font" Target="fonts/DMSans-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font" Target="fonts/MontserratSemiBold-regular.fntdata"/><Relationship Id="rId14" Type="http://schemas.openxmlformats.org/officeDocument/2006/relationships/slide" Target="slides/slide7.xml"/><Relationship Id="rId17" Type="http://schemas.openxmlformats.org/officeDocument/2006/relationships/font" Target="fonts/MontserratSemiBold-italic.fntdata"/><Relationship Id="rId16" Type="http://schemas.openxmlformats.org/officeDocument/2006/relationships/font" Target="fonts/MontserratSemiBold-bold.fntdata"/><Relationship Id="rId19" Type="http://schemas.openxmlformats.org/officeDocument/2006/relationships/font" Target="fonts/Montserrat-regular.fntdata"/><Relationship Id="rId18" Type="http://schemas.openxmlformats.org/officeDocument/2006/relationships/font" Target="fonts/MontserratSemiBold-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f4fee75c52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f4fee75c52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f4fee75c52_0_78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g3f4fee75c52_0_788: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g3f4fee75c52_0_78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f4fee75c52_0_83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g3f4fee75c52_0_83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g3f4fee75c52_0_83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f4fee75c52_0_91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g3f4fee75c52_0_91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g3f4fee75c52_0_91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f4fee75c52_0_99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g3f4fee75c52_0_995: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g3f4fee75c52_0_99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f4fee75c52_0_103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g3f4fee75c52_0_1035: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g3f4fee75c52_0_103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f4fee75c52_0_95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g3f4fee75c52_0_954: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g3f4fee75c52_0_95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0" name="Shape 50"/>
        <p:cNvGrpSpPr/>
        <p:nvPr/>
      </p:nvGrpSpPr>
      <p:grpSpPr>
        <a:xfrm>
          <a:off x="0" y="0"/>
          <a:ext cx="0" cy="0"/>
          <a:chOff x="0" y="0"/>
          <a:chExt cx="0" cy="0"/>
        </a:xfrm>
      </p:grpSpPr>
      <p:pic>
        <p:nvPicPr>
          <p:cNvPr descr="A screenshot of a computer&#10;&#10;Description automatically generated with medium confidence" id="51" name="Google Shape;51;p13"/>
          <p:cNvPicPr preferRelativeResize="0"/>
          <p:nvPr/>
        </p:nvPicPr>
        <p:blipFill rotWithShape="1">
          <a:blip r:embed="rId2">
            <a:alphaModFix/>
          </a:blip>
          <a:srcRect b="0" l="0" r="0" t="0"/>
          <a:stretch/>
        </p:blipFill>
        <p:spPr>
          <a:xfrm>
            <a:off x="0" y="0"/>
            <a:ext cx="9144004" cy="5143500"/>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ans titre">
  <p:cSld name="SECTION_HEADER_2_1_2_2">
    <p:bg>
      <p:bgPr>
        <a:solidFill>
          <a:schemeClr val="lt1"/>
        </a:solidFill>
      </p:bgPr>
    </p:bg>
    <p:spTree>
      <p:nvGrpSpPr>
        <p:cNvPr id="56" name="Shape 56"/>
        <p:cNvGrpSpPr/>
        <p:nvPr/>
      </p:nvGrpSpPr>
      <p:grpSpPr>
        <a:xfrm>
          <a:off x="0" y="0"/>
          <a:ext cx="0" cy="0"/>
          <a:chOff x="0" y="0"/>
          <a:chExt cx="0" cy="0"/>
        </a:xfrm>
      </p:grpSpPr>
      <p:sp>
        <p:nvSpPr>
          <p:cNvPr id="57" name="Google Shape;57;p15"/>
          <p:cNvSpPr txBox="1"/>
          <p:nvPr>
            <p:ph idx="1" type="body"/>
          </p:nvPr>
        </p:nvSpPr>
        <p:spPr>
          <a:xfrm>
            <a:off x="607350" y="1174263"/>
            <a:ext cx="7929300" cy="3103500"/>
          </a:xfrm>
          <a:prstGeom prst="rect">
            <a:avLst/>
          </a:prstGeom>
          <a:noFill/>
          <a:ln>
            <a:noFill/>
          </a:ln>
        </p:spPr>
        <p:txBody>
          <a:bodyPr anchorCtr="0" anchor="t" bIns="91425" lIns="91425" spcFirstLastPara="1" rIns="91425" wrap="square" tIns="91425">
            <a:normAutofit/>
          </a:bodyPr>
          <a:lstStyle>
            <a:lvl1pPr indent="-304800" lvl="0" marL="457200" algn="l">
              <a:lnSpc>
                <a:spcPct val="100000"/>
              </a:lnSpc>
              <a:spcBef>
                <a:spcPts val="0"/>
              </a:spcBef>
              <a:spcAft>
                <a:spcPts val="0"/>
              </a:spcAft>
              <a:buClr>
                <a:srgbClr val="00DDD0"/>
              </a:buClr>
              <a:buSzPts val="1200"/>
              <a:buFont typeface="Montserrat Medium"/>
              <a:buChar char="●"/>
              <a:defRPr sz="1200">
                <a:latin typeface="Montserrat Medium"/>
                <a:ea typeface="Montserrat Medium"/>
                <a:cs typeface="Montserrat Medium"/>
                <a:sym typeface="Montserrat Medium"/>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58" name="Google Shape;58;p15"/>
          <p:cNvPicPr preferRelativeResize="0"/>
          <p:nvPr/>
        </p:nvPicPr>
        <p:blipFill rotWithShape="1">
          <a:blip r:embed="rId2">
            <a:alphaModFix/>
          </a:blip>
          <a:srcRect b="0" l="-2395" r="-4523" t="0"/>
          <a:stretch/>
        </p:blipFill>
        <p:spPr>
          <a:xfrm>
            <a:off x="298000" y="4692326"/>
            <a:ext cx="938312" cy="200975"/>
          </a:xfrm>
          <a:prstGeom prst="rect">
            <a:avLst/>
          </a:prstGeom>
          <a:noFill/>
          <a:ln>
            <a:noFill/>
          </a:ln>
        </p:spPr>
      </p:pic>
      <p:sp>
        <p:nvSpPr>
          <p:cNvPr id="59" name="Google Shape;59;p15"/>
          <p:cNvSpPr txBox="1"/>
          <p:nvPr>
            <p:ph type="title"/>
          </p:nvPr>
        </p:nvSpPr>
        <p:spPr>
          <a:xfrm>
            <a:off x="1418400" y="4727875"/>
            <a:ext cx="3840900" cy="1500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1B39"/>
              </a:buClr>
              <a:buSzPts val="1000"/>
              <a:buFont typeface="Montserrat"/>
              <a:buNone/>
              <a:defRPr sz="1000">
                <a:solidFill>
                  <a:srgbClr val="001B39"/>
                </a:solidFill>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60" name="Google Shape;60;p15"/>
          <p:cNvCxnSpPr/>
          <p:nvPr/>
        </p:nvCxnSpPr>
        <p:spPr>
          <a:xfrm>
            <a:off x="337175" y="363400"/>
            <a:ext cx="383100" cy="0"/>
          </a:xfrm>
          <a:prstGeom prst="straightConnector1">
            <a:avLst/>
          </a:prstGeom>
          <a:noFill/>
          <a:ln cap="flat" cmpd="sng" w="38100">
            <a:solidFill>
              <a:srgbClr val="00CBD8"/>
            </a:solidFill>
            <a:prstDash val="solid"/>
            <a:round/>
            <a:headEnd len="sm" w="sm" type="none"/>
            <a:tailEnd len="sm" w="sm" type="none"/>
          </a:ln>
        </p:spPr>
      </p:cxnSp>
      <p:sp>
        <p:nvSpPr>
          <p:cNvPr id="61" name="Google Shape;61;p15"/>
          <p:cNvSpPr/>
          <p:nvPr/>
        </p:nvSpPr>
        <p:spPr>
          <a:xfrm rot="-6510950">
            <a:off x="6670173" y="-2027118"/>
            <a:ext cx="3964836" cy="3939222"/>
          </a:xfrm>
          <a:prstGeom prst="donut">
            <a:avLst>
              <a:gd fmla="val 25000" name="adj"/>
            </a:avLst>
          </a:prstGeom>
          <a:gradFill>
            <a:gsLst>
              <a:gs pos="0">
                <a:srgbClr val="FFFFFF"/>
              </a:gs>
              <a:gs pos="13000">
                <a:srgbClr val="FFFFFF"/>
              </a:gs>
              <a:gs pos="100000">
                <a:srgbClr val="CCCCCC">
                  <a:alpha val="44313"/>
                </a:srgbClr>
              </a:gs>
            </a:gsLst>
            <a:lin ang="2700006" scaled="0"/>
          </a:gra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orient="horz" pos="277">
          <p15:clr>
            <a:srgbClr val="E46962"/>
          </p15:clr>
        </p15:guide>
        <p15:guide id="2" pos="236">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position tarifaire">
  <p:cSld name="SECTION_HEADER_2_1_2_1">
    <p:bg>
      <p:bgPr>
        <a:solidFill>
          <a:schemeClr val="lt1"/>
        </a:solidFill>
      </p:bgPr>
    </p:bg>
    <p:spTree>
      <p:nvGrpSpPr>
        <p:cNvPr id="62" name="Shape 62"/>
        <p:cNvGrpSpPr/>
        <p:nvPr/>
      </p:nvGrpSpPr>
      <p:grpSpPr>
        <a:xfrm>
          <a:off x="0" y="0"/>
          <a:ext cx="0" cy="0"/>
          <a:chOff x="0" y="0"/>
          <a:chExt cx="0" cy="0"/>
        </a:xfrm>
      </p:grpSpPr>
      <p:sp>
        <p:nvSpPr>
          <p:cNvPr id="63" name="Google Shape;63;p16"/>
          <p:cNvSpPr/>
          <p:nvPr/>
        </p:nvSpPr>
        <p:spPr>
          <a:xfrm rot="-5400000">
            <a:off x="6047710" y="-2495966"/>
            <a:ext cx="5075700" cy="5075700"/>
          </a:xfrm>
          <a:prstGeom prst="donut">
            <a:avLst>
              <a:gd fmla="val 25000" name="adj"/>
            </a:avLst>
          </a:prstGeom>
          <a:gradFill>
            <a:gsLst>
              <a:gs pos="0">
                <a:srgbClr val="FFFFFF"/>
              </a:gs>
              <a:gs pos="100000">
                <a:srgbClr val="8BA4BE">
                  <a:alpha val="51764"/>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4" name="Google Shape;64;p16"/>
          <p:cNvPicPr preferRelativeResize="0"/>
          <p:nvPr/>
        </p:nvPicPr>
        <p:blipFill rotWithShape="1">
          <a:blip r:embed="rId2">
            <a:alphaModFix/>
          </a:blip>
          <a:srcRect b="0" l="-2395" r="-4523" t="0"/>
          <a:stretch/>
        </p:blipFill>
        <p:spPr>
          <a:xfrm>
            <a:off x="298000" y="4692326"/>
            <a:ext cx="938312" cy="200975"/>
          </a:xfrm>
          <a:prstGeom prst="rect">
            <a:avLst/>
          </a:prstGeom>
          <a:noFill/>
          <a:ln>
            <a:noFill/>
          </a:ln>
        </p:spPr>
      </p:pic>
      <p:sp>
        <p:nvSpPr>
          <p:cNvPr id="65" name="Google Shape;65;p16"/>
          <p:cNvSpPr txBox="1"/>
          <p:nvPr>
            <p:ph type="title"/>
          </p:nvPr>
        </p:nvSpPr>
        <p:spPr>
          <a:xfrm>
            <a:off x="1418400" y="4727875"/>
            <a:ext cx="3840900" cy="1500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1B39"/>
              </a:buClr>
              <a:buSzPts val="1000"/>
              <a:buFont typeface="Montserrat"/>
              <a:buNone/>
              <a:defRPr sz="1000">
                <a:solidFill>
                  <a:srgbClr val="001B39"/>
                </a:solidFill>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6" name="Google Shape;66;p16"/>
          <p:cNvSpPr txBox="1"/>
          <p:nvPr/>
        </p:nvSpPr>
        <p:spPr>
          <a:xfrm>
            <a:off x="337175" y="438900"/>
            <a:ext cx="2712000" cy="26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1B39"/>
                </a:solidFill>
                <a:latin typeface="Montserrat"/>
                <a:ea typeface="Montserrat"/>
                <a:cs typeface="Montserrat"/>
                <a:sym typeface="Montserrat"/>
              </a:rPr>
              <a:t>Proposition tarifaire pour</a:t>
            </a:r>
            <a:endParaRPr b="1" i="0" sz="1600" u="none" cap="none" strike="noStrike">
              <a:solidFill>
                <a:srgbClr val="001B39"/>
              </a:solidFill>
              <a:latin typeface="Montserrat"/>
              <a:ea typeface="Montserrat"/>
              <a:cs typeface="Montserrat"/>
              <a:sym typeface="Montserrat"/>
            </a:endParaRPr>
          </a:p>
        </p:txBody>
      </p:sp>
      <p:cxnSp>
        <p:nvCxnSpPr>
          <p:cNvPr id="67" name="Google Shape;67;p16"/>
          <p:cNvCxnSpPr/>
          <p:nvPr/>
        </p:nvCxnSpPr>
        <p:spPr>
          <a:xfrm>
            <a:off x="337175" y="363400"/>
            <a:ext cx="383100" cy="0"/>
          </a:xfrm>
          <a:prstGeom prst="straightConnector1">
            <a:avLst/>
          </a:prstGeom>
          <a:noFill/>
          <a:ln cap="flat" cmpd="sng" w="38100">
            <a:solidFill>
              <a:srgbClr val="00CBD8"/>
            </a:solidFill>
            <a:prstDash val="solid"/>
            <a:round/>
            <a:headEnd len="sm" w="sm" type="none"/>
            <a:tailEnd len="sm" w="sm" type="none"/>
          </a:ln>
        </p:spPr>
      </p:cxnSp>
      <p:sp>
        <p:nvSpPr>
          <p:cNvPr id="68" name="Google Shape;68;p16"/>
          <p:cNvSpPr txBox="1"/>
          <p:nvPr/>
        </p:nvSpPr>
        <p:spPr>
          <a:xfrm>
            <a:off x="337175" y="1000300"/>
            <a:ext cx="58059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B39"/>
                </a:solidFill>
                <a:latin typeface="Montserrat Medium"/>
                <a:ea typeface="Montserrat Medium"/>
                <a:cs typeface="Montserrat Medium"/>
                <a:sym typeface="Montserrat Medium"/>
              </a:rPr>
              <a:t>Offre valable jusqu’au : </a:t>
            </a:r>
            <a:r>
              <a:rPr b="1" i="0" lang="en" sz="1100" u="none" cap="none" strike="noStrike">
                <a:solidFill>
                  <a:srgbClr val="FFFFFF"/>
                </a:solidFill>
                <a:latin typeface="Montserrat"/>
                <a:ea typeface="Montserrat"/>
                <a:cs typeface="Montserrat"/>
                <a:sym typeface="Montserrat"/>
              </a:rPr>
              <a:t>xx/xx/xxxx</a:t>
            </a:r>
            <a:r>
              <a:rPr b="0" i="0" lang="en" sz="1100" u="none" cap="none" strike="noStrike">
                <a:solidFill>
                  <a:srgbClr val="001B39"/>
                </a:solidFill>
                <a:latin typeface="Montserrat Medium"/>
                <a:ea typeface="Montserrat Medium"/>
                <a:cs typeface="Montserrat Medium"/>
                <a:sym typeface="Montserrat Medium"/>
              </a:rPr>
              <a:t> | Engagement : </a:t>
            </a:r>
            <a:r>
              <a:rPr b="1" i="0" lang="en" sz="1100" u="none" cap="none" strike="noStrike">
                <a:solidFill>
                  <a:srgbClr val="FFFFFF"/>
                </a:solidFill>
                <a:latin typeface="Montserrat"/>
                <a:ea typeface="Montserrat"/>
                <a:cs typeface="Montserrat"/>
                <a:sym typeface="Montserrat"/>
              </a:rPr>
              <a:t>xx</a:t>
            </a:r>
            <a:endParaRPr b="1" i="0" sz="1100" u="none" cap="none" strike="noStrike">
              <a:solidFill>
                <a:srgbClr val="FFFFFF"/>
              </a:solidFill>
              <a:latin typeface="Montserrat"/>
              <a:ea typeface="Montserrat"/>
              <a:cs typeface="Montserrat"/>
              <a:sym typeface="Montserrat"/>
            </a:endParaRPr>
          </a:p>
        </p:txBody>
      </p:sp>
    </p:spTree>
  </p:cSld>
  <p:clrMapOvr>
    <a:masterClrMapping/>
  </p:clrMapOvr>
  <p:extLst>
    <p:ext uri="{DCECCB84-F9BA-43D5-87BE-67443E8EF086}">
      <p15:sldGuideLst>
        <p15:guide id="1" orient="horz" pos="277">
          <p15:clr>
            <a:srgbClr val="E46962"/>
          </p15:clr>
        </p15:guide>
        <p15:guide id="2" pos="236">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9" name="Shape 69"/>
        <p:cNvGrpSpPr/>
        <p:nvPr/>
      </p:nvGrpSpPr>
      <p:grpSpPr>
        <a:xfrm>
          <a:off x="0" y="0"/>
          <a:ext cx="0" cy="0"/>
          <a:chOff x="0" y="0"/>
          <a:chExt cx="0" cy="0"/>
        </a:xfrm>
      </p:grpSpPr>
      <p:pic>
        <p:nvPicPr>
          <p:cNvPr id="70" name="Google Shape;70;p17"/>
          <p:cNvPicPr preferRelativeResize="0"/>
          <p:nvPr/>
        </p:nvPicPr>
        <p:blipFill rotWithShape="1">
          <a:blip r:embed="rId2">
            <a:alphaModFix/>
          </a:blip>
          <a:srcRect b="0" l="0" r="0" t="0"/>
          <a:stretch/>
        </p:blipFill>
        <p:spPr>
          <a:xfrm>
            <a:off x="-55537" y="-22275"/>
            <a:ext cx="9199539" cy="5214358"/>
          </a:xfrm>
          <a:prstGeom prst="rect">
            <a:avLst/>
          </a:prstGeom>
          <a:noFill/>
          <a:ln>
            <a:noFill/>
          </a:ln>
        </p:spPr>
      </p:pic>
      <p:sp>
        <p:nvSpPr>
          <p:cNvPr id="71" name="Google Shape;71;p17"/>
          <p:cNvSpPr txBox="1"/>
          <p:nvPr>
            <p:ph type="title"/>
          </p:nvPr>
        </p:nvSpPr>
        <p:spPr>
          <a:xfrm>
            <a:off x="385525" y="3870275"/>
            <a:ext cx="5317800" cy="1917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lt1"/>
              </a:buClr>
              <a:buSzPts val="1200"/>
              <a:buFont typeface="Montserrat"/>
              <a:buNone/>
              <a:defRPr b="1" sz="1200">
                <a:solidFill>
                  <a:schemeClr val="lt1"/>
                </a:solidFill>
                <a:latin typeface="Montserrat"/>
                <a:ea typeface="Montserrat"/>
                <a:cs typeface="Montserrat"/>
                <a:sym typeface="Montserrat"/>
              </a:defRPr>
            </a:lvl1pPr>
            <a:lvl2pPr lvl="1" algn="l">
              <a:lnSpc>
                <a:spcPct val="100000"/>
              </a:lnSpc>
              <a:spcBef>
                <a:spcPts val="0"/>
              </a:spcBef>
              <a:spcAft>
                <a:spcPts val="0"/>
              </a:spcAft>
              <a:buClr>
                <a:schemeClr val="lt1"/>
              </a:buClr>
              <a:buSzPts val="1200"/>
              <a:buFont typeface="Montserrat"/>
              <a:buNone/>
              <a:defRPr b="1" sz="1200">
                <a:solidFill>
                  <a:schemeClr val="lt1"/>
                </a:solidFill>
                <a:latin typeface="Montserrat"/>
                <a:ea typeface="Montserrat"/>
                <a:cs typeface="Montserrat"/>
                <a:sym typeface="Montserrat"/>
              </a:defRPr>
            </a:lvl2pPr>
            <a:lvl3pPr lvl="2" algn="l">
              <a:lnSpc>
                <a:spcPct val="100000"/>
              </a:lnSpc>
              <a:spcBef>
                <a:spcPts val="0"/>
              </a:spcBef>
              <a:spcAft>
                <a:spcPts val="0"/>
              </a:spcAft>
              <a:buClr>
                <a:schemeClr val="lt1"/>
              </a:buClr>
              <a:buSzPts val="1200"/>
              <a:buFont typeface="Montserrat"/>
              <a:buNone/>
              <a:defRPr b="1" sz="1200">
                <a:solidFill>
                  <a:schemeClr val="lt1"/>
                </a:solidFill>
                <a:latin typeface="Montserrat"/>
                <a:ea typeface="Montserrat"/>
                <a:cs typeface="Montserrat"/>
                <a:sym typeface="Montserrat"/>
              </a:defRPr>
            </a:lvl3pPr>
            <a:lvl4pPr lvl="3" algn="l">
              <a:lnSpc>
                <a:spcPct val="100000"/>
              </a:lnSpc>
              <a:spcBef>
                <a:spcPts val="0"/>
              </a:spcBef>
              <a:spcAft>
                <a:spcPts val="0"/>
              </a:spcAft>
              <a:buClr>
                <a:schemeClr val="lt1"/>
              </a:buClr>
              <a:buSzPts val="1200"/>
              <a:buFont typeface="Montserrat"/>
              <a:buNone/>
              <a:defRPr b="1" sz="1200">
                <a:solidFill>
                  <a:schemeClr val="lt1"/>
                </a:solidFill>
                <a:latin typeface="Montserrat"/>
                <a:ea typeface="Montserrat"/>
                <a:cs typeface="Montserrat"/>
                <a:sym typeface="Montserrat"/>
              </a:defRPr>
            </a:lvl4pPr>
            <a:lvl5pPr lvl="4" algn="l">
              <a:lnSpc>
                <a:spcPct val="100000"/>
              </a:lnSpc>
              <a:spcBef>
                <a:spcPts val="0"/>
              </a:spcBef>
              <a:spcAft>
                <a:spcPts val="0"/>
              </a:spcAft>
              <a:buClr>
                <a:schemeClr val="lt1"/>
              </a:buClr>
              <a:buSzPts val="1200"/>
              <a:buFont typeface="Montserrat"/>
              <a:buNone/>
              <a:defRPr b="1" sz="1200">
                <a:solidFill>
                  <a:schemeClr val="lt1"/>
                </a:solidFill>
                <a:latin typeface="Montserrat"/>
                <a:ea typeface="Montserrat"/>
                <a:cs typeface="Montserrat"/>
                <a:sym typeface="Montserrat"/>
              </a:defRPr>
            </a:lvl5pPr>
            <a:lvl6pPr lvl="5" algn="l">
              <a:lnSpc>
                <a:spcPct val="100000"/>
              </a:lnSpc>
              <a:spcBef>
                <a:spcPts val="0"/>
              </a:spcBef>
              <a:spcAft>
                <a:spcPts val="0"/>
              </a:spcAft>
              <a:buClr>
                <a:schemeClr val="lt1"/>
              </a:buClr>
              <a:buSzPts val="1200"/>
              <a:buFont typeface="Montserrat"/>
              <a:buNone/>
              <a:defRPr b="1" sz="1200">
                <a:solidFill>
                  <a:schemeClr val="lt1"/>
                </a:solidFill>
                <a:latin typeface="Montserrat"/>
                <a:ea typeface="Montserrat"/>
                <a:cs typeface="Montserrat"/>
                <a:sym typeface="Montserrat"/>
              </a:defRPr>
            </a:lvl6pPr>
            <a:lvl7pPr lvl="6" algn="l">
              <a:lnSpc>
                <a:spcPct val="100000"/>
              </a:lnSpc>
              <a:spcBef>
                <a:spcPts val="0"/>
              </a:spcBef>
              <a:spcAft>
                <a:spcPts val="0"/>
              </a:spcAft>
              <a:buClr>
                <a:schemeClr val="lt1"/>
              </a:buClr>
              <a:buSzPts val="1200"/>
              <a:buFont typeface="Montserrat"/>
              <a:buNone/>
              <a:defRPr b="1" sz="1200">
                <a:solidFill>
                  <a:schemeClr val="lt1"/>
                </a:solidFill>
                <a:latin typeface="Montserrat"/>
                <a:ea typeface="Montserrat"/>
                <a:cs typeface="Montserrat"/>
                <a:sym typeface="Montserrat"/>
              </a:defRPr>
            </a:lvl7pPr>
            <a:lvl8pPr lvl="7" algn="l">
              <a:lnSpc>
                <a:spcPct val="100000"/>
              </a:lnSpc>
              <a:spcBef>
                <a:spcPts val="0"/>
              </a:spcBef>
              <a:spcAft>
                <a:spcPts val="0"/>
              </a:spcAft>
              <a:buClr>
                <a:schemeClr val="lt1"/>
              </a:buClr>
              <a:buSzPts val="1200"/>
              <a:buFont typeface="Montserrat"/>
              <a:buNone/>
              <a:defRPr b="1" sz="1200">
                <a:solidFill>
                  <a:schemeClr val="lt1"/>
                </a:solidFill>
                <a:latin typeface="Montserrat"/>
                <a:ea typeface="Montserrat"/>
                <a:cs typeface="Montserrat"/>
                <a:sym typeface="Montserrat"/>
              </a:defRPr>
            </a:lvl8pPr>
            <a:lvl9pPr lvl="8" algn="l">
              <a:lnSpc>
                <a:spcPct val="100000"/>
              </a:lnSpc>
              <a:spcBef>
                <a:spcPts val="0"/>
              </a:spcBef>
              <a:spcAft>
                <a:spcPts val="0"/>
              </a:spcAft>
              <a:buClr>
                <a:schemeClr val="lt1"/>
              </a:buClr>
              <a:buSzPts val="1200"/>
              <a:buFont typeface="Montserrat"/>
              <a:buNone/>
              <a:defRPr b="1" sz="1200">
                <a:solidFill>
                  <a:schemeClr val="lt1"/>
                </a:solidFill>
                <a:latin typeface="Montserrat"/>
                <a:ea typeface="Montserrat"/>
                <a:cs typeface="Montserrat"/>
                <a:sym typeface="Montserrat"/>
              </a:defRPr>
            </a:lvl9pPr>
          </a:lstStyle>
          <a:p/>
        </p:txBody>
      </p:sp>
      <p:sp>
        <p:nvSpPr>
          <p:cNvPr id="72" name="Google Shape;72;p17"/>
          <p:cNvSpPr txBox="1"/>
          <p:nvPr>
            <p:ph idx="1" type="body"/>
          </p:nvPr>
        </p:nvSpPr>
        <p:spPr>
          <a:xfrm>
            <a:off x="385525" y="4103675"/>
            <a:ext cx="4826100" cy="191700"/>
          </a:xfrm>
          <a:prstGeom prst="rect">
            <a:avLst/>
          </a:prstGeom>
          <a:noFill/>
          <a:ln>
            <a:noFill/>
          </a:ln>
        </p:spPr>
        <p:txBody>
          <a:bodyPr anchorCtr="0" anchor="t" bIns="0" lIns="0" spcFirstLastPara="1" rIns="0" wrap="square" tIns="0">
            <a:normAutofit/>
          </a:bodyPr>
          <a:lstStyle>
            <a:lvl1pPr indent="-292100" lvl="0" marL="457200" algn="l">
              <a:lnSpc>
                <a:spcPct val="115000"/>
              </a:lnSpc>
              <a:spcBef>
                <a:spcPts val="0"/>
              </a:spcBef>
              <a:spcAft>
                <a:spcPts val="0"/>
              </a:spcAft>
              <a:buClr>
                <a:srgbClr val="C9F7F4"/>
              </a:buClr>
              <a:buSzPts val="1000"/>
              <a:buFont typeface="Montserrat"/>
              <a:buChar char="●"/>
              <a:defRPr sz="1000">
                <a:solidFill>
                  <a:srgbClr val="C9F7F4"/>
                </a:solidFill>
                <a:latin typeface="Montserrat"/>
                <a:ea typeface="Montserrat"/>
                <a:cs typeface="Montserrat"/>
                <a:sym typeface="Montserrat"/>
              </a:defRPr>
            </a:lvl1pPr>
            <a:lvl2pPr indent="-292100" lvl="1" marL="914400" algn="l">
              <a:lnSpc>
                <a:spcPct val="115000"/>
              </a:lnSpc>
              <a:spcBef>
                <a:spcPts val="0"/>
              </a:spcBef>
              <a:spcAft>
                <a:spcPts val="0"/>
              </a:spcAft>
              <a:buClr>
                <a:srgbClr val="C9F7F4"/>
              </a:buClr>
              <a:buSzPts val="1000"/>
              <a:buFont typeface="Montserrat"/>
              <a:buChar char="○"/>
              <a:defRPr sz="1000">
                <a:solidFill>
                  <a:srgbClr val="C9F7F4"/>
                </a:solidFill>
                <a:latin typeface="Montserrat"/>
                <a:ea typeface="Montserrat"/>
                <a:cs typeface="Montserrat"/>
                <a:sym typeface="Montserrat"/>
              </a:defRPr>
            </a:lvl2pPr>
            <a:lvl3pPr indent="-292100" lvl="2" marL="1371600" algn="l">
              <a:lnSpc>
                <a:spcPct val="115000"/>
              </a:lnSpc>
              <a:spcBef>
                <a:spcPts val="0"/>
              </a:spcBef>
              <a:spcAft>
                <a:spcPts val="0"/>
              </a:spcAft>
              <a:buClr>
                <a:srgbClr val="C9F7F4"/>
              </a:buClr>
              <a:buSzPts val="1000"/>
              <a:buFont typeface="Montserrat"/>
              <a:buChar char="■"/>
              <a:defRPr sz="1000">
                <a:solidFill>
                  <a:srgbClr val="C9F7F4"/>
                </a:solidFill>
                <a:latin typeface="Montserrat"/>
                <a:ea typeface="Montserrat"/>
                <a:cs typeface="Montserrat"/>
                <a:sym typeface="Montserrat"/>
              </a:defRPr>
            </a:lvl3pPr>
            <a:lvl4pPr indent="-292100" lvl="3" marL="1828800" algn="l">
              <a:lnSpc>
                <a:spcPct val="115000"/>
              </a:lnSpc>
              <a:spcBef>
                <a:spcPts val="0"/>
              </a:spcBef>
              <a:spcAft>
                <a:spcPts val="0"/>
              </a:spcAft>
              <a:buClr>
                <a:srgbClr val="C9F7F4"/>
              </a:buClr>
              <a:buSzPts val="1000"/>
              <a:buFont typeface="Montserrat"/>
              <a:buChar char="●"/>
              <a:defRPr sz="1000">
                <a:solidFill>
                  <a:srgbClr val="C9F7F4"/>
                </a:solidFill>
                <a:latin typeface="Montserrat"/>
                <a:ea typeface="Montserrat"/>
                <a:cs typeface="Montserrat"/>
                <a:sym typeface="Montserrat"/>
              </a:defRPr>
            </a:lvl4pPr>
            <a:lvl5pPr indent="-292100" lvl="4" marL="2286000" algn="l">
              <a:lnSpc>
                <a:spcPct val="115000"/>
              </a:lnSpc>
              <a:spcBef>
                <a:spcPts val="0"/>
              </a:spcBef>
              <a:spcAft>
                <a:spcPts val="0"/>
              </a:spcAft>
              <a:buClr>
                <a:srgbClr val="C9F7F4"/>
              </a:buClr>
              <a:buSzPts val="1000"/>
              <a:buFont typeface="Montserrat"/>
              <a:buChar char="○"/>
              <a:defRPr sz="1000">
                <a:solidFill>
                  <a:srgbClr val="C9F7F4"/>
                </a:solidFill>
                <a:latin typeface="Montserrat"/>
                <a:ea typeface="Montserrat"/>
                <a:cs typeface="Montserrat"/>
                <a:sym typeface="Montserrat"/>
              </a:defRPr>
            </a:lvl5pPr>
            <a:lvl6pPr indent="-292100" lvl="5" marL="2743200" algn="l">
              <a:lnSpc>
                <a:spcPct val="115000"/>
              </a:lnSpc>
              <a:spcBef>
                <a:spcPts val="0"/>
              </a:spcBef>
              <a:spcAft>
                <a:spcPts val="0"/>
              </a:spcAft>
              <a:buClr>
                <a:srgbClr val="C9F7F4"/>
              </a:buClr>
              <a:buSzPts val="1000"/>
              <a:buFont typeface="Montserrat"/>
              <a:buChar char="■"/>
              <a:defRPr sz="1000">
                <a:solidFill>
                  <a:srgbClr val="C9F7F4"/>
                </a:solidFill>
                <a:latin typeface="Montserrat"/>
                <a:ea typeface="Montserrat"/>
                <a:cs typeface="Montserrat"/>
                <a:sym typeface="Montserrat"/>
              </a:defRPr>
            </a:lvl6pPr>
            <a:lvl7pPr indent="-292100" lvl="6" marL="3200400" algn="l">
              <a:lnSpc>
                <a:spcPct val="115000"/>
              </a:lnSpc>
              <a:spcBef>
                <a:spcPts val="0"/>
              </a:spcBef>
              <a:spcAft>
                <a:spcPts val="0"/>
              </a:spcAft>
              <a:buClr>
                <a:srgbClr val="C9F7F4"/>
              </a:buClr>
              <a:buSzPts val="1000"/>
              <a:buFont typeface="Montserrat"/>
              <a:buChar char="●"/>
              <a:defRPr sz="1000">
                <a:solidFill>
                  <a:srgbClr val="C9F7F4"/>
                </a:solidFill>
                <a:latin typeface="Montserrat"/>
                <a:ea typeface="Montserrat"/>
                <a:cs typeface="Montserrat"/>
                <a:sym typeface="Montserrat"/>
              </a:defRPr>
            </a:lvl7pPr>
            <a:lvl8pPr indent="-292100" lvl="7" marL="3657600" algn="l">
              <a:lnSpc>
                <a:spcPct val="115000"/>
              </a:lnSpc>
              <a:spcBef>
                <a:spcPts val="0"/>
              </a:spcBef>
              <a:spcAft>
                <a:spcPts val="0"/>
              </a:spcAft>
              <a:buClr>
                <a:srgbClr val="C9F7F4"/>
              </a:buClr>
              <a:buSzPts val="1000"/>
              <a:buFont typeface="Montserrat"/>
              <a:buChar char="○"/>
              <a:defRPr sz="1000">
                <a:solidFill>
                  <a:srgbClr val="C9F7F4"/>
                </a:solidFill>
                <a:latin typeface="Montserrat"/>
                <a:ea typeface="Montserrat"/>
                <a:cs typeface="Montserrat"/>
                <a:sym typeface="Montserrat"/>
              </a:defRPr>
            </a:lvl8pPr>
            <a:lvl9pPr indent="-292100" lvl="8" marL="4114800" algn="l">
              <a:lnSpc>
                <a:spcPct val="115000"/>
              </a:lnSpc>
              <a:spcBef>
                <a:spcPts val="0"/>
              </a:spcBef>
              <a:spcAft>
                <a:spcPts val="0"/>
              </a:spcAft>
              <a:buClr>
                <a:srgbClr val="C9F7F4"/>
              </a:buClr>
              <a:buSzPts val="1000"/>
              <a:buFont typeface="Montserrat"/>
              <a:buChar char="■"/>
              <a:defRPr sz="1000">
                <a:solidFill>
                  <a:srgbClr val="C9F7F4"/>
                </a:solidFill>
                <a:latin typeface="Montserrat"/>
                <a:ea typeface="Montserrat"/>
                <a:cs typeface="Montserrat"/>
                <a:sym typeface="Montserrat"/>
              </a:defRPr>
            </a:lvl9pPr>
          </a:lstStyle>
          <a:p/>
        </p:txBody>
      </p:sp>
      <p:sp>
        <p:nvSpPr>
          <p:cNvPr id="73" name="Google Shape;73;p17"/>
          <p:cNvSpPr txBox="1"/>
          <p:nvPr>
            <p:ph idx="2" type="body"/>
          </p:nvPr>
        </p:nvSpPr>
        <p:spPr>
          <a:xfrm>
            <a:off x="385525" y="4397175"/>
            <a:ext cx="4826100" cy="191700"/>
          </a:xfrm>
          <a:prstGeom prst="rect">
            <a:avLst/>
          </a:prstGeom>
          <a:noFill/>
          <a:ln>
            <a:noFill/>
          </a:ln>
        </p:spPr>
        <p:txBody>
          <a:bodyPr anchorCtr="0" anchor="t" bIns="0" lIns="0" spcFirstLastPara="1" rIns="0" wrap="square" tIns="0">
            <a:normAutofit/>
          </a:bodyPr>
          <a:lstStyle>
            <a:lvl1pPr indent="-298450" lvl="0" marL="457200" algn="l">
              <a:lnSpc>
                <a:spcPct val="115000"/>
              </a:lnSpc>
              <a:spcBef>
                <a:spcPts val="0"/>
              </a:spcBef>
              <a:spcAft>
                <a:spcPts val="0"/>
              </a:spcAft>
              <a:buClr>
                <a:srgbClr val="00CBD8"/>
              </a:buClr>
              <a:buSzPts val="1100"/>
              <a:buFont typeface="Montserrat Medium"/>
              <a:buChar char="●"/>
              <a:defRPr sz="1100">
                <a:solidFill>
                  <a:srgbClr val="00CBD8"/>
                </a:solidFill>
                <a:latin typeface="Montserrat Medium"/>
                <a:ea typeface="Montserrat Medium"/>
                <a:cs typeface="Montserrat Medium"/>
                <a:sym typeface="Montserrat Medium"/>
              </a:defRPr>
            </a:lvl1pPr>
            <a:lvl2pPr indent="-311150" lvl="1" marL="914400" algn="l">
              <a:lnSpc>
                <a:spcPct val="115000"/>
              </a:lnSpc>
              <a:spcBef>
                <a:spcPts val="0"/>
              </a:spcBef>
              <a:spcAft>
                <a:spcPts val="0"/>
              </a:spcAft>
              <a:buClr>
                <a:srgbClr val="00CBD8"/>
              </a:buClr>
              <a:buSzPts val="1300"/>
              <a:buFont typeface="Montserrat Medium"/>
              <a:buChar char="○"/>
              <a:defRPr sz="1300">
                <a:solidFill>
                  <a:srgbClr val="00CBD8"/>
                </a:solidFill>
                <a:latin typeface="Montserrat Medium"/>
                <a:ea typeface="Montserrat Medium"/>
                <a:cs typeface="Montserrat Medium"/>
                <a:sym typeface="Montserrat Medium"/>
              </a:defRPr>
            </a:lvl2pPr>
            <a:lvl3pPr indent="-311150" lvl="2" marL="1371600" algn="l">
              <a:lnSpc>
                <a:spcPct val="115000"/>
              </a:lnSpc>
              <a:spcBef>
                <a:spcPts val="0"/>
              </a:spcBef>
              <a:spcAft>
                <a:spcPts val="0"/>
              </a:spcAft>
              <a:buClr>
                <a:srgbClr val="00CBD8"/>
              </a:buClr>
              <a:buSzPts val="1300"/>
              <a:buFont typeface="Montserrat Medium"/>
              <a:buChar char="■"/>
              <a:defRPr sz="1300">
                <a:solidFill>
                  <a:srgbClr val="00CBD8"/>
                </a:solidFill>
                <a:latin typeface="Montserrat Medium"/>
                <a:ea typeface="Montserrat Medium"/>
                <a:cs typeface="Montserrat Medium"/>
                <a:sym typeface="Montserrat Medium"/>
              </a:defRPr>
            </a:lvl3pPr>
            <a:lvl4pPr indent="-311150" lvl="3" marL="1828800" algn="l">
              <a:lnSpc>
                <a:spcPct val="115000"/>
              </a:lnSpc>
              <a:spcBef>
                <a:spcPts val="0"/>
              </a:spcBef>
              <a:spcAft>
                <a:spcPts val="0"/>
              </a:spcAft>
              <a:buClr>
                <a:srgbClr val="00CBD8"/>
              </a:buClr>
              <a:buSzPts val="1300"/>
              <a:buFont typeface="Montserrat Medium"/>
              <a:buChar char="●"/>
              <a:defRPr sz="1300">
                <a:solidFill>
                  <a:srgbClr val="00CBD8"/>
                </a:solidFill>
                <a:latin typeface="Montserrat Medium"/>
                <a:ea typeface="Montserrat Medium"/>
                <a:cs typeface="Montserrat Medium"/>
                <a:sym typeface="Montserrat Medium"/>
              </a:defRPr>
            </a:lvl4pPr>
            <a:lvl5pPr indent="-311150" lvl="4" marL="2286000" algn="l">
              <a:lnSpc>
                <a:spcPct val="115000"/>
              </a:lnSpc>
              <a:spcBef>
                <a:spcPts val="0"/>
              </a:spcBef>
              <a:spcAft>
                <a:spcPts val="0"/>
              </a:spcAft>
              <a:buClr>
                <a:srgbClr val="00CBD8"/>
              </a:buClr>
              <a:buSzPts val="1300"/>
              <a:buFont typeface="Montserrat Medium"/>
              <a:buChar char="○"/>
              <a:defRPr sz="1300">
                <a:solidFill>
                  <a:srgbClr val="00CBD8"/>
                </a:solidFill>
                <a:latin typeface="Montserrat Medium"/>
                <a:ea typeface="Montserrat Medium"/>
                <a:cs typeface="Montserrat Medium"/>
                <a:sym typeface="Montserrat Medium"/>
              </a:defRPr>
            </a:lvl5pPr>
            <a:lvl6pPr indent="-311150" lvl="5" marL="2743200" algn="l">
              <a:lnSpc>
                <a:spcPct val="115000"/>
              </a:lnSpc>
              <a:spcBef>
                <a:spcPts val="0"/>
              </a:spcBef>
              <a:spcAft>
                <a:spcPts val="0"/>
              </a:spcAft>
              <a:buClr>
                <a:srgbClr val="00CBD8"/>
              </a:buClr>
              <a:buSzPts val="1300"/>
              <a:buFont typeface="Montserrat Medium"/>
              <a:buChar char="■"/>
              <a:defRPr sz="1300">
                <a:solidFill>
                  <a:srgbClr val="00CBD8"/>
                </a:solidFill>
                <a:latin typeface="Montserrat Medium"/>
                <a:ea typeface="Montserrat Medium"/>
                <a:cs typeface="Montserrat Medium"/>
                <a:sym typeface="Montserrat Medium"/>
              </a:defRPr>
            </a:lvl6pPr>
            <a:lvl7pPr indent="-311150" lvl="6" marL="3200400" algn="l">
              <a:lnSpc>
                <a:spcPct val="115000"/>
              </a:lnSpc>
              <a:spcBef>
                <a:spcPts val="0"/>
              </a:spcBef>
              <a:spcAft>
                <a:spcPts val="0"/>
              </a:spcAft>
              <a:buClr>
                <a:srgbClr val="00CBD8"/>
              </a:buClr>
              <a:buSzPts val="1300"/>
              <a:buFont typeface="Montserrat Medium"/>
              <a:buChar char="●"/>
              <a:defRPr sz="1300">
                <a:solidFill>
                  <a:srgbClr val="00CBD8"/>
                </a:solidFill>
                <a:latin typeface="Montserrat Medium"/>
                <a:ea typeface="Montserrat Medium"/>
                <a:cs typeface="Montserrat Medium"/>
                <a:sym typeface="Montserrat Medium"/>
              </a:defRPr>
            </a:lvl7pPr>
            <a:lvl8pPr indent="-311150" lvl="7" marL="3657600" algn="l">
              <a:lnSpc>
                <a:spcPct val="115000"/>
              </a:lnSpc>
              <a:spcBef>
                <a:spcPts val="0"/>
              </a:spcBef>
              <a:spcAft>
                <a:spcPts val="0"/>
              </a:spcAft>
              <a:buClr>
                <a:srgbClr val="00CBD8"/>
              </a:buClr>
              <a:buSzPts val="1300"/>
              <a:buFont typeface="Montserrat Medium"/>
              <a:buChar char="○"/>
              <a:defRPr sz="1300">
                <a:solidFill>
                  <a:srgbClr val="00CBD8"/>
                </a:solidFill>
                <a:latin typeface="Montserrat Medium"/>
                <a:ea typeface="Montserrat Medium"/>
                <a:cs typeface="Montserrat Medium"/>
                <a:sym typeface="Montserrat Medium"/>
              </a:defRPr>
            </a:lvl8pPr>
            <a:lvl9pPr indent="-311150" lvl="8" marL="4114800" algn="l">
              <a:lnSpc>
                <a:spcPct val="115000"/>
              </a:lnSpc>
              <a:spcBef>
                <a:spcPts val="0"/>
              </a:spcBef>
              <a:spcAft>
                <a:spcPts val="0"/>
              </a:spcAft>
              <a:buClr>
                <a:srgbClr val="00CBD8"/>
              </a:buClr>
              <a:buSzPts val="1300"/>
              <a:buFont typeface="Montserrat Medium"/>
              <a:buChar char="■"/>
              <a:defRPr sz="1300">
                <a:solidFill>
                  <a:srgbClr val="00CBD8"/>
                </a:solidFill>
                <a:latin typeface="Montserrat Medium"/>
                <a:ea typeface="Montserrat Medium"/>
                <a:cs typeface="Montserrat Medium"/>
                <a:sym typeface="Montserrat Medium"/>
              </a:defRPr>
            </a:lvl9pPr>
          </a:lstStyle>
          <a:p/>
        </p:txBody>
      </p:sp>
      <p:grpSp>
        <p:nvGrpSpPr>
          <p:cNvPr id="74" name="Google Shape;74;p17"/>
          <p:cNvGrpSpPr/>
          <p:nvPr/>
        </p:nvGrpSpPr>
        <p:grpSpPr>
          <a:xfrm>
            <a:off x="4106740" y="1858991"/>
            <a:ext cx="366895" cy="366895"/>
            <a:chOff x="7716700" y="354300"/>
            <a:chExt cx="191700" cy="191700"/>
          </a:xfrm>
        </p:grpSpPr>
        <p:cxnSp>
          <p:nvCxnSpPr>
            <p:cNvPr id="75" name="Google Shape;75;p17"/>
            <p:cNvCxnSpPr/>
            <p:nvPr/>
          </p:nvCxnSpPr>
          <p:spPr>
            <a:xfrm>
              <a:off x="7716700" y="354300"/>
              <a:ext cx="191700" cy="191700"/>
            </a:xfrm>
            <a:prstGeom prst="straightConnector1">
              <a:avLst/>
            </a:prstGeom>
            <a:noFill/>
            <a:ln cap="flat" cmpd="sng" w="19050">
              <a:solidFill>
                <a:srgbClr val="00CBD8"/>
              </a:solidFill>
              <a:prstDash val="solid"/>
              <a:round/>
              <a:headEnd len="sm" w="sm" type="none"/>
              <a:tailEnd len="sm" w="sm" type="none"/>
            </a:ln>
          </p:spPr>
        </p:cxnSp>
        <p:cxnSp>
          <p:nvCxnSpPr>
            <p:cNvPr id="76" name="Google Shape;76;p17"/>
            <p:cNvCxnSpPr/>
            <p:nvPr/>
          </p:nvCxnSpPr>
          <p:spPr>
            <a:xfrm rot="-5400000">
              <a:off x="7716700" y="354300"/>
              <a:ext cx="191700" cy="191700"/>
            </a:xfrm>
            <a:prstGeom prst="straightConnector1">
              <a:avLst/>
            </a:prstGeom>
            <a:noFill/>
            <a:ln cap="flat" cmpd="sng" w="19050">
              <a:solidFill>
                <a:srgbClr val="00CBD8"/>
              </a:solidFill>
              <a:prstDash val="solid"/>
              <a:round/>
              <a:headEnd len="sm" w="sm" type="none"/>
              <a:tailEnd len="sm" w="sm" type="none"/>
            </a:ln>
          </p:spPr>
        </p:cxnSp>
      </p:grpSp>
      <p:sp>
        <p:nvSpPr>
          <p:cNvPr id="77" name="Google Shape;77;p17"/>
          <p:cNvSpPr/>
          <p:nvPr>
            <p:ph idx="3" type="pic"/>
          </p:nvPr>
        </p:nvSpPr>
        <p:spPr>
          <a:xfrm>
            <a:off x="4933938" y="1063975"/>
            <a:ext cx="2376600" cy="2004300"/>
          </a:xfrm>
          <a:prstGeom prst="rect">
            <a:avLst/>
          </a:prstGeom>
          <a:noFill/>
          <a:ln>
            <a:noFill/>
          </a:ln>
        </p:spPr>
      </p:sp>
      <p:pic>
        <p:nvPicPr>
          <p:cNvPr id="78" name="Google Shape;78;p17"/>
          <p:cNvPicPr preferRelativeResize="0"/>
          <p:nvPr/>
        </p:nvPicPr>
        <p:blipFill rotWithShape="1">
          <a:blip r:embed="rId3">
            <a:alphaModFix/>
          </a:blip>
          <a:srcRect b="0" l="0" r="0" t="0"/>
          <a:stretch/>
        </p:blipFill>
        <p:spPr>
          <a:xfrm>
            <a:off x="1833463" y="1157225"/>
            <a:ext cx="2098877" cy="2097801"/>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9" name="Shape 79"/>
        <p:cNvGrpSpPr/>
        <p:nvPr/>
      </p:nvGrpSpPr>
      <p:grpSpPr>
        <a:xfrm>
          <a:off x="0" y="0"/>
          <a:ext cx="0" cy="0"/>
          <a:chOff x="0" y="0"/>
          <a:chExt cx="0" cy="0"/>
        </a:xfrm>
      </p:grpSpPr>
      <p:pic>
        <p:nvPicPr>
          <p:cNvPr id="80" name="Google Shape;80;p18"/>
          <p:cNvPicPr preferRelativeResize="0"/>
          <p:nvPr/>
        </p:nvPicPr>
        <p:blipFill rotWithShape="1">
          <a:blip r:embed="rId2">
            <a:alphaModFix/>
          </a:blip>
          <a:srcRect b="0" l="0" r="0" t="0"/>
          <a:stretch/>
        </p:blipFill>
        <p:spPr>
          <a:xfrm>
            <a:off x="-55537" y="-22275"/>
            <a:ext cx="9199539" cy="5214358"/>
          </a:xfrm>
          <a:prstGeom prst="rect">
            <a:avLst/>
          </a:prstGeom>
          <a:noFill/>
          <a:ln>
            <a:noFill/>
          </a:ln>
        </p:spPr>
      </p:pic>
      <p:sp>
        <p:nvSpPr>
          <p:cNvPr id="81" name="Google Shape;81;p18"/>
          <p:cNvSpPr txBox="1"/>
          <p:nvPr>
            <p:ph type="title"/>
          </p:nvPr>
        </p:nvSpPr>
        <p:spPr>
          <a:xfrm>
            <a:off x="385525" y="3870275"/>
            <a:ext cx="5317800" cy="1917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lt1"/>
              </a:buClr>
              <a:buSzPts val="1200"/>
              <a:buFont typeface="Montserrat"/>
              <a:buNone/>
              <a:defRPr b="1" sz="1200">
                <a:solidFill>
                  <a:schemeClr val="lt1"/>
                </a:solidFill>
                <a:latin typeface="Montserrat"/>
                <a:ea typeface="Montserrat"/>
                <a:cs typeface="Montserrat"/>
                <a:sym typeface="Montserrat"/>
              </a:defRPr>
            </a:lvl1pPr>
            <a:lvl2pPr lvl="1" algn="l">
              <a:lnSpc>
                <a:spcPct val="100000"/>
              </a:lnSpc>
              <a:spcBef>
                <a:spcPts val="0"/>
              </a:spcBef>
              <a:spcAft>
                <a:spcPts val="0"/>
              </a:spcAft>
              <a:buClr>
                <a:schemeClr val="lt1"/>
              </a:buClr>
              <a:buSzPts val="1200"/>
              <a:buFont typeface="Montserrat"/>
              <a:buNone/>
              <a:defRPr b="1" sz="1200">
                <a:solidFill>
                  <a:schemeClr val="lt1"/>
                </a:solidFill>
                <a:latin typeface="Montserrat"/>
                <a:ea typeface="Montserrat"/>
                <a:cs typeface="Montserrat"/>
                <a:sym typeface="Montserrat"/>
              </a:defRPr>
            </a:lvl2pPr>
            <a:lvl3pPr lvl="2" algn="l">
              <a:lnSpc>
                <a:spcPct val="100000"/>
              </a:lnSpc>
              <a:spcBef>
                <a:spcPts val="0"/>
              </a:spcBef>
              <a:spcAft>
                <a:spcPts val="0"/>
              </a:spcAft>
              <a:buClr>
                <a:schemeClr val="lt1"/>
              </a:buClr>
              <a:buSzPts val="1200"/>
              <a:buFont typeface="Montserrat"/>
              <a:buNone/>
              <a:defRPr b="1" sz="1200">
                <a:solidFill>
                  <a:schemeClr val="lt1"/>
                </a:solidFill>
                <a:latin typeface="Montserrat"/>
                <a:ea typeface="Montserrat"/>
                <a:cs typeface="Montserrat"/>
                <a:sym typeface="Montserrat"/>
              </a:defRPr>
            </a:lvl3pPr>
            <a:lvl4pPr lvl="3" algn="l">
              <a:lnSpc>
                <a:spcPct val="100000"/>
              </a:lnSpc>
              <a:spcBef>
                <a:spcPts val="0"/>
              </a:spcBef>
              <a:spcAft>
                <a:spcPts val="0"/>
              </a:spcAft>
              <a:buClr>
                <a:schemeClr val="lt1"/>
              </a:buClr>
              <a:buSzPts val="1200"/>
              <a:buFont typeface="Montserrat"/>
              <a:buNone/>
              <a:defRPr b="1" sz="1200">
                <a:solidFill>
                  <a:schemeClr val="lt1"/>
                </a:solidFill>
                <a:latin typeface="Montserrat"/>
                <a:ea typeface="Montserrat"/>
                <a:cs typeface="Montserrat"/>
                <a:sym typeface="Montserrat"/>
              </a:defRPr>
            </a:lvl4pPr>
            <a:lvl5pPr lvl="4" algn="l">
              <a:lnSpc>
                <a:spcPct val="100000"/>
              </a:lnSpc>
              <a:spcBef>
                <a:spcPts val="0"/>
              </a:spcBef>
              <a:spcAft>
                <a:spcPts val="0"/>
              </a:spcAft>
              <a:buClr>
                <a:schemeClr val="lt1"/>
              </a:buClr>
              <a:buSzPts val="1200"/>
              <a:buFont typeface="Montserrat"/>
              <a:buNone/>
              <a:defRPr b="1" sz="1200">
                <a:solidFill>
                  <a:schemeClr val="lt1"/>
                </a:solidFill>
                <a:latin typeface="Montserrat"/>
                <a:ea typeface="Montserrat"/>
                <a:cs typeface="Montserrat"/>
                <a:sym typeface="Montserrat"/>
              </a:defRPr>
            </a:lvl5pPr>
            <a:lvl6pPr lvl="5" algn="l">
              <a:lnSpc>
                <a:spcPct val="100000"/>
              </a:lnSpc>
              <a:spcBef>
                <a:spcPts val="0"/>
              </a:spcBef>
              <a:spcAft>
                <a:spcPts val="0"/>
              </a:spcAft>
              <a:buClr>
                <a:schemeClr val="lt1"/>
              </a:buClr>
              <a:buSzPts val="1200"/>
              <a:buFont typeface="Montserrat"/>
              <a:buNone/>
              <a:defRPr b="1" sz="1200">
                <a:solidFill>
                  <a:schemeClr val="lt1"/>
                </a:solidFill>
                <a:latin typeface="Montserrat"/>
                <a:ea typeface="Montserrat"/>
                <a:cs typeface="Montserrat"/>
                <a:sym typeface="Montserrat"/>
              </a:defRPr>
            </a:lvl6pPr>
            <a:lvl7pPr lvl="6" algn="l">
              <a:lnSpc>
                <a:spcPct val="100000"/>
              </a:lnSpc>
              <a:spcBef>
                <a:spcPts val="0"/>
              </a:spcBef>
              <a:spcAft>
                <a:spcPts val="0"/>
              </a:spcAft>
              <a:buClr>
                <a:schemeClr val="lt1"/>
              </a:buClr>
              <a:buSzPts val="1200"/>
              <a:buFont typeface="Montserrat"/>
              <a:buNone/>
              <a:defRPr b="1" sz="1200">
                <a:solidFill>
                  <a:schemeClr val="lt1"/>
                </a:solidFill>
                <a:latin typeface="Montserrat"/>
                <a:ea typeface="Montserrat"/>
                <a:cs typeface="Montserrat"/>
                <a:sym typeface="Montserrat"/>
              </a:defRPr>
            </a:lvl7pPr>
            <a:lvl8pPr lvl="7" algn="l">
              <a:lnSpc>
                <a:spcPct val="100000"/>
              </a:lnSpc>
              <a:spcBef>
                <a:spcPts val="0"/>
              </a:spcBef>
              <a:spcAft>
                <a:spcPts val="0"/>
              </a:spcAft>
              <a:buClr>
                <a:schemeClr val="lt1"/>
              </a:buClr>
              <a:buSzPts val="1200"/>
              <a:buFont typeface="Montserrat"/>
              <a:buNone/>
              <a:defRPr b="1" sz="1200">
                <a:solidFill>
                  <a:schemeClr val="lt1"/>
                </a:solidFill>
                <a:latin typeface="Montserrat"/>
                <a:ea typeface="Montserrat"/>
                <a:cs typeface="Montserrat"/>
                <a:sym typeface="Montserrat"/>
              </a:defRPr>
            </a:lvl8pPr>
            <a:lvl9pPr lvl="8" algn="l">
              <a:lnSpc>
                <a:spcPct val="100000"/>
              </a:lnSpc>
              <a:spcBef>
                <a:spcPts val="0"/>
              </a:spcBef>
              <a:spcAft>
                <a:spcPts val="0"/>
              </a:spcAft>
              <a:buClr>
                <a:schemeClr val="lt1"/>
              </a:buClr>
              <a:buSzPts val="1200"/>
              <a:buFont typeface="Montserrat"/>
              <a:buNone/>
              <a:defRPr b="1" sz="1200">
                <a:solidFill>
                  <a:schemeClr val="lt1"/>
                </a:solidFill>
                <a:latin typeface="Montserrat"/>
                <a:ea typeface="Montserrat"/>
                <a:cs typeface="Montserrat"/>
                <a:sym typeface="Montserrat"/>
              </a:defRPr>
            </a:lvl9pPr>
          </a:lstStyle>
          <a:p/>
        </p:txBody>
      </p:sp>
      <p:sp>
        <p:nvSpPr>
          <p:cNvPr id="82" name="Google Shape;82;p18"/>
          <p:cNvSpPr txBox="1"/>
          <p:nvPr>
            <p:ph idx="1" type="body"/>
          </p:nvPr>
        </p:nvSpPr>
        <p:spPr>
          <a:xfrm>
            <a:off x="385525" y="4103675"/>
            <a:ext cx="4826100" cy="191700"/>
          </a:xfrm>
          <a:prstGeom prst="rect">
            <a:avLst/>
          </a:prstGeom>
          <a:noFill/>
          <a:ln>
            <a:noFill/>
          </a:ln>
        </p:spPr>
        <p:txBody>
          <a:bodyPr anchorCtr="0" anchor="t" bIns="0" lIns="0" spcFirstLastPara="1" rIns="0" wrap="square" tIns="0">
            <a:normAutofit/>
          </a:bodyPr>
          <a:lstStyle>
            <a:lvl1pPr indent="-292100" lvl="0" marL="457200" algn="l">
              <a:lnSpc>
                <a:spcPct val="115000"/>
              </a:lnSpc>
              <a:spcBef>
                <a:spcPts val="0"/>
              </a:spcBef>
              <a:spcAft>
                <a:spcPts val="0"/>
              </a:spcAft>
              <a:buClr>
                <a:srgbClr val="C9F7F4"/>
              </a:buClr>
              <a:buSzPts val="1000"/>
              <a:buFont typeface="Montserrat"/>
              <a:buChar char="●"/>
              <a:defRPr sz="1000">
                <a:solidFill>
                  <a:srgbClr val="C9F7F4"/>
                </a:solidFill>
                <a:latin typeface="Montserrat"/>
                <a:ea typeface="Montserrat"/>
                <a:cs typeface="Montserrat"/>
                <a:sym typeface="Montserrat"/>
              </a:defRPr>
            </a:lvl1pPr>
            <a:lvl2pPr indent="-292100" lvl="1" marL="914400" algn="l">
              <a:lnSpc>
                <a:spcPct val="115000"/>
              </a:lnSpc>
              <a:spcBef>
                <a:spcPts val="0"/>
              </a:spcBef>
              <a:spcAft>
                <a:spcPts val="0"/>
              </a:spcAft>
              <a:buClr>
                <a:srgbClr val="C9F7F4"/>
              </a:buClr>
              <a:buSzPts val="1000"/>
              <a:buFont typeface="Montserrat"/>
              <a:buChar char="○"/>
              <a:defRPr sz="1000">
                <a:solidFill>
                  <a:srgbClr val="C9F7F4"/>
                </a:solidFill>
                <a:latin typeface="Montserrat"/>
                <a:ea typeface="Montserrat"/>
                <a:cs typeface="Montserrat"/>
                <a:sym typeface="Montserrat"/>
              </a:defRPr>
            </a:lvl2pPr>
            <a:lvl3pPr indent="-292100" lvl="2" marL="1371600" algn="l">
              <a:lnSpc>
                <a:spcPct val="115000"/>
              </a:lnSpc>
              <a:spcBef>
                <a:spcPts val="0"/>
              </a:spcBef>
              <a:spcAft>
                <a:spcPts val="0"/>
              </a:spcAft>
              <a:buClr>
                <a:srgbClr val="C9F7F4"/>
              </a:buClr>
              <a:buSzPts val="1000"/>
              <a:buFont typeface="Montserrat"/>
              <a:buChar char="■"/>
              <a:defRPr sz="1000">
                <a:solidFill>
                  <a:srgbClr val="C9F7F4"/>
                </a:solidFill>
                <a:latin typeface="Montserrat"/>
                <a:ea typeface="Montserrat"/>
                <a:cs typeface="Montserrat"/>
                <a:sym typeface="Montserrat"/>
              </a:defRPr>
            </a:lvl3pPr>
            <a:lvl4pPr indent="-292100" lvl="3" marL="1828800" algn="l">
              <a:lnSpc>
                <a:spcPct val="115000"/>
              </a:lnSpc>
              <a:spcBef>
                <a:spcPts val="0"/>
              </a:spcBef>
              <a:spcAft>
                <a:spcPts val="0"/>
              </a:spcAft>
              <a:buClr>
                <a:srgbClr val="C9F7F4"/>
              </a:buClr>
              <a:buSzPts val="1000"/>
              <a:buFont typeface="Montserrat"/>
              <a:buChar char="●"/>
              <a:defRPr sz="1000">
                <a:solidFill>
                  <a:srgbClr val="C9F7F4"/>
                </a:solidFill>
                <a:latin typeface="Montserrat"/>
                <a:ea typeface="Montserrat"/>
                <a:cs typeface="Montserrat"/>
                <a:sym typeface="Montserrat"/>
              </a:defRPr>
            </a:lvl4pPr>
            <a:lvl5pPr indent="-292100" lvl="4" marL="2286000" algn="l">
              <a:lnSpc>
                <a:spcPct val="115000"/>
              </a:lnSpc>
              <a:spcBef>
                <a:spcPts val="0"/>
              </a:spcBef>
              <a:spcAft>
                <a:spcPts val="0"/>
              </a:spcAft>
              <a:buClr>
                <a:srgbClr val="C9F7F4"/>
              </a:buClr>
              <a:buSzPts val="1000"/>
              <a:buFont typeface="Montserrat"/>
              <a:buChar char="○"/>
              <a:defRPr sz="1000">
                <a:solidFill>
                  <a:srgbClr val="C9F7F4"/>
                </a:solidFill>
                <a:latin typeface="Montserrat"/>
                <a:ea typeface="Montserrat"/>
                <a:cs typeface="Montserrat"/>
                <a:sym typeface="Montserrat"/>
              </a:defRPr>
            </a:lvl5pPr>
            <a:lvl6pPr indent="-292100" lvl="5" marL="2743200" algn="l">
              <a:lnSpc>
                <a:spcPct val="115000"/>
              </a:lnSpc>
              <a:spcBef>
                <a:spcPts val="0"/>
              </a:spcBef>
              <a:spcAft>
                <a:spcPts val="0"/>
              </a:spcAft>
              <a:buClr>
                <a:srgbClr val="C9F7F4"/>
              </a:buClr>
              <a:buSzPts val="1000"/>
              <a:buFont typeface="Montserrat"/>
              <a:buChar char="■"/>
              <a:defRPr sz="1000">
                <a:solidFill>
                  <a:srgbClr val="C9F7F4"/>
                </a:solidFill>
                <a:latin typeface="Montserrat"/>
                <a:ea typeface="Montserrat"/>
                <a:cs typeface="Montserrat"/>
                <a:sym typeface="Montserrat"/>
              </a:defRPr>
            </a:lvl6pPr>
            <a:lvl7pPr indent="-292100" lvl="6" marL="3200400" algn="l">
              <a:lnSpc>
                <a:spcPct val="115000"/>
              </a:lnSpc>
              <a:spcBef>
                <a:spcPts val="0"/>
              </a:spcBef>
              <a:spcAft>
                <a:spcPts val="0"/>
              </a:spcAft>
              <a:buClr>
                <a:srgbClr val="C9F7F4"/>
              </a:buClr>
              <a:buSzPts val="1000"/>
              <a:buFont typeface="Montserrat"/>
              <a:buChar char="●"/>
              <a:defRPr sz="1000">
                <a:solidFill>
                  <a:srgbClr val="C9F7F4"/>
                </a:solidFill>
                <a:latin typeface="Montserrat"/>
                <a:ea typeface="Montserrat"/>
                <a:cs typeface="Montserrat"/>
                <a:sym typeface="Montserrat"/>
              </a:defRPr>
            </a:lvl7pPr>
            <a:lvl8pPr indent="-292100" lvl="7" marL="3657600" algn="l">
              <a:lnSpc>
                <a:spcPct val="115000"/>
              </a:lnSpc>
              <a:spcBef>
                <a:spcPts val="0"/>
              </a:spcBef>
              <a:spcAft>
                <a:spcPts val="0"/>
              </a:spcAft>
              <a:buClr>
                <a:srgbClr val="C9F7F4"/>
              </a:buClr>
              <a:buSzPts val="1000"/>
              <a:buFont typeface="Montserrat"/>
              <a:buChar char="○"/>
              <a:defRPr sz="1000">
                <a:solidFill>
                  <a:srgbClr val="C9F7F4"/>
                </a:solidFill>
                <a:latin typeface="Montserrat"/>
                <a:ea typeface="Montserrat"/>
                <a:cs typeface="Montserrat"/>
                <a:sym typeface="Montserrat"/>
              </a:defRPr>
            </a:lvl8pPr>
            <a:lvl9pPr indent="-292100" lvl="8" marL="4114800" algn="l">
              <a:lnSpc>
                <a:spcPct val="115000"/>
              </a:lnSpc>
              <a:spcBef>
                <a:spcPts val="0"/>
              </a:spcBef>
              <a:spcAft>
                <a:spcPts val="0"/>
              </a:spcAft>
              <a:buClr>
                <a:srgbClr val="C9F7F4"/>
              </a:buClr>
              <a:buSzPts val="1000"/>
              <a:buFont typeface="Montserrat"/>
              <a:buChar char="■"/>
              <a:defRPr sz="1000">
                <a:solidFill>
                  <a:srgbClr val="C9F7F4"/>
                </a:solidFill>
                <a:latin typeface="Montserrat"/>
                <a:ea typeface="Montserrat"/>
                <a:cs typeface="Montserrat"/>
                <a:sym typeface="Montserrat"/>
              </a:defRPr>
            </a:lvl9pPr>
          </a:lstStyle>
          <a:p/>
        </p:txBody>
      </p:sp>
      <p:sp>
        <p:nvSpPr>
          <p:cNvPr id="83" name="Google Shape;83;p18"/>
          <p:cNvSpPr txBox="1"/>
          <p:nvPr>
            <p:ph idx="2" type="body"/>
          </p:nvPr>
        </p:nvSpPr>
        <p:spPr>
          <a:xfrm>
            <a:off x="385525" y="4397175"/>
            <a:ext cx="4826100" cy="191700"/>
          </a:xfrm>
          <a:prstGeom prst="rect">
            <a:avLst/>
          </a:prstGeom>
          <a:noFill/>
          <a:ln>
            <a:noFill/>
          </a:ln>
        </p:spPr>
        <p:txBody>
          <a:bodyPr anchorCtr="0" anchor="t" bIns="0" lIns="0" spcFirstLastPara="1" rIns="0" wrap="square" tIns="0">
            <a:normAutofit/>
          </a:bodyPr>
          <a:lstStyle>
            <a:lvl1pPr indent="-298450" lvl="0" marL="457200" algn="l">
              <a:lnSpc>
                <a:spcPct val="115000"/>
              </a:lnSpc>
              <a:spcBef>
                <a:spcPts val="0"/>
              </a:spcBef>
              <a:spcAft>
                <a:spcPts val="0"/>
              </a:spcAft>
              <a:buClr>
                <a:srgbClr val="00CBD8"/>
              </a:buClr>
              <a:buSzPts val="1100"/>
              <a:buFont typeface="Montserrat Medium"/>
              <a:buChar char="●"/>
              <a:defRPr sz="1100">
                <a:solidFill>
                  <a:srgbClr val="00CBD8"/>
                </a:solidFill>
                <a:latin typeface="Montserrat Medium"/>
                <a:ea typeface="Montserrat Medium"/>
                <a:cs typeface="Montserrat Medium"/>
                <a:sym typeface="Montserrat Medium"/>
              </a:defRPr>
            </a:lvl1pPr>
            <a:lvl2pPr indent="-311150" lvl="1" marL="914400" algn="l">
              <a:lnSpc>
                <a:spcPct val="115000"/>
              </a:lnSpc>
              <a:spcBef>
                <a:spcPts val="0"/>
              </a:spcBef>
              <a:spcAft>
                <a:spcPts val="0"/>
              </a:spcAft>
              <a:buClr>
                <a:srgbClr val="00CBD8"/>
              </a:buClr>
              <a:buSzPts val="1300"/>
              <a:buFont typeface="Montserrat Medium"/>
              <a:buChar char="○"/>
              <a:defRPr sz="1300">
                <a:solidFill>
                  <a:srgbClr val="00CBD8"/>
                </a:solidFill>
                <a:latin typeface="Montserrat Medium"/>
                <a:ea typeface="Montserrat Medium"/>
                <a:cs typeface="Montserrat Medium"/>
                <a:sym typeface="Montserrat Medium"/>
              </a:defRPr>
            </a:lvl2pPr>
            <a:lvl3pPr indent="-311150" lvl="2" marL="1371600" algn="l">
              <a:lnSpc>
                <a:spcPct val="115000"/>
              </a:lnSpc>
              <a:spcBef>
                <a:spcPts val="0"/>
              </a:spcBef>
              <a:spcAft>
                <a:spcPts val="0"/>
              </a:spcAft>
              <a:buClr>
                <a:srgbClr val="00CBD8"/>
              </a:buClr>
              <a:buSzPts val="1300"/>
              <a:buFont typeface="Montserrat Medium"/>
              <a:buChar char="■"/>
              <a:defRPr sz="1300">
                <a:solidFill>
                  <a:srgbClr val="00CBD8"/>
                </a:solidFill>
                <a:latin typeface="Montserrat Medium"/>
                <a:ea typeface="Montserrat Medium"/>
                <a:cs typeface="Montserrat Medium"/>
                <a:sym typeface="Montserrat Medium"/>
              </a:defRPr>
            </a:lvl3pPr>
            <a:lvl4pPr indent="-311150" lvl="3" marL="1828800" algn="l">
              <a:lnSpc>
                <a:spcPct val="115000"/>
              </a:lnSpc>
              <a:spcBef>
                <a:spcPts val="0"/>
              </a:spcBef>
              <a:spcAft>
                <a:spcPts val="0"/>
              </a:spcAft>
              <a:buClr>
                <a:srgbClr val="00CBD8"/>
              </a:buClr>
              <a:buSzPts val="1300"/>
              <a:buFont typeface="Montserrat Medium"/>
              <a:buChar char="●"/>
              <a:defRPr sz="1300">
                <a:solidFill>
                  <a:srgbClr val="00CBD8"/>
                </a:solidFill>
                <a:latin typeface="Montserrat Medium"/>
                <a:ea typeface="Montserrat Medium"/>
                <a:cs typeface="Montserrat Medium"/>
                <a:sym typeface="Montserrat Medium"/>
              </a:defRPr>
            </a:lvl4pPr>
            <a:lvl5pPr indent="-311150" lvl="4" marL="2286000" algn="l">
              <a:lnSpc>
                <a:spcPct val="115000"/>
              </a:lnSpc>
              <a:spcBef>
                <a:spcPts val="0"/>
              </a:spcBef>
              <a:spcAft>
                <a:spcPts val="0"/>
              </a:spcAft>
              <a:buClr>
                <a:srgbClr val="00CBD8"/>
              </a:buClr>
              <a:buSzPts val="1300"/>
              <a:buFont typeface="Montserrat Medium"/>
              <a:buChar char="○"/>
              <a:defRPr sz="1300">
                <a:solidFill>
                  <a:srgbClr val="00CBD8"/>
                </a:solidFill>
                <a:latin typeface="Montserrat Medium"/>
                <a:ea typeface="Montserrat Medium"/>
                <a:cs typeface="Montserrat Medium"/>
                <a:sym typeface="Montserrat Medium"/>
              </a:defRPr>
            </a:lvl5pPr>
            <a:lvl6pPr indent="-311150" lvl="5" marL="2743200" algn="l">
              <a:lnSpc>
                <a:spcPct val="115000"/>
              </a:lnSpc>
              <a:spcBef>
                <a:spcPts val="0"/>
              </a:spcBef>
              <a:spcAft>
                <a:spcPts val="0"/>
              </a:spcAft>
              <a:buClr>
                <a:srgbClr val="00CBD8"/>
              </a:buClr>
              <a:buSzPts val="1300"/>
              <a:buFont typeface="Montserrat Medium"/>
              <a:buChar char="■"/>
              <a:defRPr sz="1300">
                <a:solidFill>
                  <a:srgbClr val="00CBD8"/>
                </a:solidFill>
                <a:latin typeface="Montserrat Medium"/>
                <a:ea typeface="Montserrat Medium"/>
                <a:cs typeface="Montserrat Medium"/>
                <a:sym typeface="Montserrat Medium"/>
              </a:defRPr>
            </a:lvl6pPr>
            <a:lvl7pPr indent="-311150" lvl="6" marL="3200400" algn="l">
              <a:lnSpc>
                <a:spcPct val="115000"/>
              </a:lnSpc>
              <a:spcBef>
                <a:spcPts val="0"/>
              </a:spcBef>
              <a:spcAft>
                <a:spcPts val="0"/>
              </a:spcAft>
              <a:buClr>
                <a:srgbClr val="00CBD8"/>
              </a:buClr>
              <a:buSzPts val="1300"/>
              <a:buFont typeface="Montserrat Medium"/>
              <a:buChar char="●"/>
              <a:defRPr sz="1300">
                <a:solidFill>
                  <a:srgbClr val="00CBD8"/>
                </a:solidFill>
                <a:latin typeface="Montserrat Medium"/>
                <a:ea typeface="Montserrat Medium"/>
                <a:cs typeface="Montserrat Medium"/>
                <a:sym typeface="Montserrat Medium"/>
              </a:defRPr>
            </a:lvl7pPr>
            <a:lvl8pPr indent="-311150" lvl="7" marL="3657600" algn="l">
              <a:lnSpc>
                <a:spcPct val="115000"/>
              </a:lnSpc>
              <a:spcBef>
                <a:spcPts val="0"/>
              </a:spcBef>
              <a:spcAft>
                <a:spcPts val="0"/>
              </a:spcAft>
              <a:buClr>
                <a:srgbClr val="00CBD8"/>
              </a:buClr>
              <a:buSzPts val="1300"/>
              <a:buFont typeface="Montserrat Medium"/>
              <a:buChar char="○"/>
              <a:defRPr sz="1300">
                <a:solidFill>
                  <a:srgbClr val="00CBD8"/>
                </a:solidFill>
                <a:latin typeface="Montserrat Medium"/>
                <a:ea typeface="Montserrat Medium"/>
                <a:cs typeface="Montserrat Medium"/>
                <a:sym typeface="Montserrat Medium"/>
              </a:defRPr>
            </a:lvl8pPr>
            <a:lvl9pPr indent="-311150" lvl="8" marL="4114800" algn="l">
              <a:lnSpc>
                <a:spcPct val="115000"/>
              </a:lnSpc>
              <a:spcBef>
                <a:spcPts val="0"/>
              </a:spcBef>
              <a:spcAft>
                <a:spcPts val="0"/>
              </a:spcAft>
              <a:buClr>
                <a:srgbClr val="00CBD8"/>
              </a:buClr>
              <a:buSzPts val="1300"/>
              <a:buFont typeface="Montserrat Medium"/>
              <a:buChar char="■"/>
              <a:defRPr sz="1300">
                <a:solidFill>
                  <a:srgbClr val="00CBD8"/>
                </a:solidFill>
                <a:latin typeface="Montserrat Medium"/>
                <a:ea typeface="Montserrat Medium"/>
                <a:cs typeface="Montserrat Medium"/>
                <a:sym typeface="Montserrat Medium"/>
              </a:defRPr>
            </a:lvl9pPr>
          </a:lstStyle>
          <a:p/>
        </p:txBody>
      </p:sp>
      <p:grpSp>
        <p:nvGrpSpPr>
          <p:cNvPr id="84" name="Google Shape;84;p18"/>
          <p:cNvGrpSpPr/>
          <p:nvPr/>
        </p:nvGrpSpPr>
        <p:grpSpPr>
          <a:xfrm>
            <a:off x="4183490" y="1769379"/>
            <a:ext cx="366895" cy="366895"/>
            <a:chOff x="7716700" y="354300"/>
            <a:chExt cx="191700" cy="191700"/>
          </a:xfrm>
        </p:grpSpPr>
        <p:cxnSp>
          <p:nvCxnSpPr>
            <p:cNvPr id="85" name="Google Shape;85;p18"/>
            <p:cNvCxnSpPr/>
            <p:nvPr/>
          </p:nvCxnSpPr>
          <p:spPr>
            <a:xfrm>
              <a:off x="7716700" y="354300"/>
              <a:ext cx="191700" cy="191700"/>
            </a:xfrm>
            <a:prstGeom prst="straightConnector1">
              <a:avLst/>
            </a:prstGeom>
            <a:noFill/>
            <a:ln cap="flat" cmpd="sng" w="28575">
              <a:solidFill>
                <a:srgbClr val="7FA3FE"/>
              </a:solidFill>
              <a:prstDash val="solid"/>
              <a:round/>
              <a:headEnd len="sm" w="sm" type="none"/>
              <a:tailEnd len="sm" w="sm" type="none"/>
            </a:ln>
          </p:spPr>
        </p:cxnSp>
        <p:cxnSp>
          <p:nvCxnSpPr>
            <p:cNvPr id="86" name="Google Shape;86;p18"/>
            <p:cNvCxnSpPr/>
            <p:nvPr/>
          </p:nvCxnSpPr>
          <p:spPr>
            <a:xfrm rot="-5400000">
              <a:off x="7716700" y="354300"/>
              <a:ext cx="191700" cy="191700"/>
            </a:xfrm>
            <a:prstGeom prst="straightConnector1">
              <a:avLst/>
            </a:prstGeom>
            <a:noFill/>
            <a:ln cap="flat" cmpd="sng" w="28575">
              <a:solidFill>
                <a:srgbClr val="7FA3FE"/>
              </a:solidFill>
              <a:prstDash val="solid"/>
              <a:round/>
              <a:headEnd len="sm" w="sm" type="none"/>
              <a:tailEnd len="sm" w="sm" type="none"/>
            </a:ln>
          </p:spPr>
        </p:cxnSp>
      </p:grpSp>
      <p:sp>
        <p:nvSpPr>
          <p:cNvPr id="87" name="Google Shape;87;p18"/>
          <p:cNvSpPr/>
          <p:nvPr>
            <p:ph idx="3" type="pic"/>
          </p:nvPr>
        </p:nvSpPr>
        <p:spPr>
          <a:xfrm>
            <a:off x="5010688" y="1050563"/>
            <a:ext cx="2057700" cy="2004300"/>
          </a:xfrm>
          <a:prstGeom prst="rect">
            <a:avLst/>
          </a:prstGeom>
          <a:noFill/>
          <a:ln>
            <a:noFill/>
          </a:ln>
        </p:spPr>
      </p:sp>
      <p:pic>
        <p:nvPicPr>
          <p:cNvPr id="88" name="Google Shape;88;p18"/>
          <p:cNvPicPr preferRelativeResize="0"/>
          <p:nvPr/>
        </p:nvPicPr>
        <p:blipFill rotWithShape="1">
          <a:blip r:embed="rId3">
            <a:alphaModFix/>
          </a:blip>
          <a:srcRect b="4955" l="7376" r="7256" t="4955"/>
          <a:stretch/>
        </p:blipFill>
        <p:spPr>
          <a:xfrm>
            <a:off x="2075613" y="1165213"/>
            <a:ext cx="1831214" cy="2097802"/>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uverture 1">
  <p:cSld name="Couverture 1">
    <p:spTree>
      <p:nvGrpSpPr>
        <p:cNvPr id="89" name="Shape 89"/>
        <p:cNvGrpSpPr/>
        <p:nvPr/>
      </p:nvGrpSpPr>
      <p:grpSpPr>
        <a:xfrm>
          <a:off x="0" y="0"/>
          <a:ext cx="0" cy="0"/>
          <a:chOff x="0" y="0"/>
          <a:chExt cx="0" cy="0"/>
        </a:xfrm>
      </p:grpSpPr>
      <p:pic>
        <p:nvPicPr>
          <p:cNvPr id="90" name="Google Shape;90;p19"/>
          <p:cNvPicPr preferRelativeResize="0"/>
          <p:nvPr/>
        </p:nvPicPr>
        <p:blipFill rotWithShape="1">
          <a:blip r:embed="rId2">
            <a:alphaModFix/>
          </a:blip>
          <a:srcRect b="0" l="0" r="0" t="0"/>
          <a:stretch/>
        </p:blipFill>
        <p:spPr>
          <a:xfrm>
            <a:off x="-55537" y="-22275"/>
            <a:ext cx="9199539" cy="5214358"/>
          </a:xfrm>
          <a:prstGeom prst="rect">
            <a:avLst/>
          </a:prstGeom>
          <a:noFill/>
          <a:ln>
            <a:noFill/>
          </a:ln>
        </p:spPr>
      </p:pic>
      <p:pic>
        <p:nvPicPr>
          <p:cNvPr id="91" name="Google Shape;91;p19"/>
          <p:cNvPicPr preferRelativeResize="0"/>
          <p:nvPr/>
        </p:nvPicPr>
        <p:blipFill rotWithShape="1">
          <a:blip r:embed="rId3">
            <a:alphaModFix/>
          </a:blip>
          <a:srcRect b="0" l="0" r="0" t="0"/>
          <a:stretch/>
        </p:blipFill>
        <p:spPr>
          <a:xfrm rot="-1804581">
            <a:off x="1627773" y="3973589"/>
            <a:ext cx="349051" cy="174925"/>
          </a:xfrm>
          <a:prstGeom prst="rect">
            <a:avLst/>
          </a:prstGeom>
          <a:noFill/>
          <a:ln>
            <a:noFill/>
          </a:ln>
        </p:spPr>
      </p:pic>
      <p:pic>
        <p:nvPicPr>
          <p:cNvPr id="92" name="Google Shape;92;p19"/>
          <p:cNvPicPr preferRelativeResize="0"/>
          <p:nvPr/>
        </p:nvPicPr>
        <p:blipFill rotWithShape="1">
          <a:blip r:embed="rId4">
            <a:alphaModFix/>
          </a:blip>
          <a:srcRect b="0" l="0" r="0" t="0"/>
          <a:stretch/>
        </p:blipFill>
        <p:spPr>
          <a:xfrm>
            <a:off x="512075" y="566947"/>
            <a:ext cx="2174659" cy="510750"/>
          </a:xfrm>
          <a:prstGeom prst="rect">
            <a:avLst/>
          </a:prstGeom>
          <a:noFill/>
          <a:ln>
            <a:noFill/>
          </a:ln>
        </p:spPr>
      </p:pic>
      <p:sp>
        <p:nvSpPr>
          <p:cNvPr id="93" name="Google Shape;93;p19"/>
          <p:cNvSpPr/>
          <p:nvPr/>
        </p:nvSpPr>
        <p:spPr>
          <a:xfrm>
            <a:off x="5745749" y="-316256"/>
            <a:ext cx="759600" cy="759600"/>
          </a:xfrm>
          <a:prstGeom prst="ellipse">
            <a:avLst/>
          </a:prstGeom>
          <a:noFill/>
          <a:ln cap="flat" cmpd="sng" w="19050">
            <a:solidFill>
              <a:srgbClr val="C9F7F4"/>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94" name="Google Shape;94;p19"/>
          <p:cNvSpPr txBox="1"/>
          <p:nvPr>
            <p:ph type="title"/>
          </p:nvPr>
        </p:nvSpPr>
        <p:spPr>
          <a:xfrm>
            <a:off x="512081" y="2011135"/>
            <a:ext cx="5476200" cy="953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400"/>
              <a:buFont typeface="Montserrat SemiBold"/>
              <a:buNone/>
              <a:defRPr sz="2400">
                <a:solidFill>
                  <a:schemeClr val="lt1"/>
                </a:solidFill>
                <a:latin typeface="Montserrat SemiBold"/>
                <a:ea typeface="Montserrat SemiBold"/>
                <a:cs typeface="Montserrat SemiBold"/>
                <a:sym typeface="Montserrat SemiBold"/>
              </a:defRPr>
            </a:lvl1pPr>
            <a:lvl2pPr lvl="1" algn="l">
              <a:lnSpc>
                <a:spcPct val="100000"/>
              </a:lnSpc>
              <a:spcBef>
                <a:spcPts val="0"/>
              </a:spcBef>
              <a:spcAft>
                <a:spcPts val="0"/>
              </a:spcAft>
              <a:buClr>
                <a:schemeClr val="lt1"/>
              </a:buClr>
              <a:buSzPts val="2400"/>
              <a:buFont typeface="Montserrat SemiBold"/>
              <a:buNone/>
              <a:defRPr sz="2400">
                <a:solidFill>
                  <a:schemeClr val="lt1"/>
                </a:solidFill>
                <a:latin typeface="Montserrat SemiBold"/>
                <a:ea typeface="Montserrat SemiBold"/>
                <a:cs typeface="Montserrat SemiBold"/>
                <a:sym typeface="Montserrat SemiBold"/>
              </a:defRPr>
            </a:lvl2pPr>
            <a:lvl3pPr lvl="2" algn="l">
              <a:lnSpc>
                <a:spcPct val="100000"/>
              </a:lnSpc>
              <a:spcBef>
                <a:spcPts val="0"/>
              </a:spcBef>
              <a:spcAft>
                <a:spcPts val="0"/>
              </a:spcAft>
              <a:buClr>
                <a:schemeClr val="lt1"/>
              </a:buClr>
              <a:buSzPts val="2400"/>
              <a:buFont typeface="Montserrat SemiBold"/>
              <a:buNone/>
              <a:defRPr sz="2400">
                <a:solidFill>
                  <a:schemeClr val="lt1"/>
                </a:solidFill>
                <a:latin typeface="Montserrat SemiBold"/>
                <a:ea typeface="Montserrat SemiBold"/>
                <a:cs typeface="Montserrat SemiBold"/>
                <a:sym typeface="Montserrat SemiBold"/>
              </a:defRPr>
            </a:lvl3pPr>
            <a:lvl4pPr lvl="3" algn="l">
              <a:lnSpc>
                <a:spcPct val="100000"/>
              </a:lnSpc>
              <a:spcBef>
                <a:spcPts val="0"/>
              </a:spcBef>
              <a:spcAft>
                <a:spcPts val="0"/>
              </a:spcAft>
              <a:buClr>
                <a:schemeClr val="lt1"/>
              </a:buClr>
              <a:buSzPts val="2400"/>
              <a:buFont typeface="Montserrat SemiBold"/>
              <a:buNone/>
              <a:defRPr sz="2400">
                <a:solidFill>
                  <a:schemeClr val="lt1"/>
                </a:solidFill>
                <a:latin typeface="Montserrat SemiBold"/>
                <a:ea typeface="Montserrat SemiBold"/>
                <a:cs typeface="Montserrat SemiBold"/>
                <a:sym typeface="Montserrat SemiBold"/>
              </a:defRPr>
            </a:lvl4pPr>
            <a:lvl5pPr lvl="4" algn="l">
              <a:lnSpc>
                <a:spcPct val="100000"/>
              </a:lnSpc>
              <a:spcBef>
                <a:spcPts val="0"/>
              </a:spcBef>
              <a:spcAft>
                <a:spcPts val="0"/>
              </a:spcAft>
              <a:buClr>
                <a:schemeClr val="lt1"/>
              </a:buClr>
              <a:buSzPts val="2400"/>
              <a:buFont typeface="Montserrat SemiBold"/>
              <a:buNone/>
              <a:defRPr sz="2400">
                <a:solidFill>
                  <a:schemeClr val="lt1"/>
                </a:solidFill>
                <a:latin typeface="Montserrat SemiBold"/>
                <a:ea typeface="Montserrat SemiBold"/>
                <a:cs typeface="Montserrat SemiBold"/>
                <a:sym typeface="Montserrat SemiBold"/>
              </a:defRPr>
            </a:lvl5pPr>
            <a:lvl6pPr lvl="5" algn="l">
              <a:lnSpc>
                <a:spcPct val="100000"/>
              </a:lnSpc>
              <a:spcBef>
                <a:spcPts val="0"/>
              </a:spcBef>
              <a:spcAft>
                <a:spcPts val="0"/>
              </a:spcAft>
              <a:buClr>
                <a:schemeClr val="lt1"/>
              </a:buClr>
              <a:buSzPts val="2400"/>
              <a:buFont typeface="Montserrat SemiBold"/>
              <a:buNone/>
              <a:defRPr sz="2400">
                <a:solidFill>
                  <a:schemeClr val="lt1"/>
                </a:solidFill>
                <a:latin typeface="Montserrat SemiBold"/>
                <a:ea typeface="Montserrat SemiBold"/>
                <a:cs typeface="Montserrat SemiBold"/>
                <a:sym typeface="Montserrat SemiBold"/>
              </a:defRPr>
            </a:lvl6pPr>
            <a:lvl7pPr lvl="6" algn="l">
              <a:lnSpc>
                <a:spcPct val="100000"/>
              </a:lnSpc>
              <a:spcBef>
                <a:spcPts val="0"/>
              </a:spcBef>
              <a:spcAft>
                <a:spcPts val="0"/>
              </a:spcAft>
              <a:buClr>
                <a:schemeClr val="lt1"/>
              </a:buClr>
              <a:buSzPts val="2400"/>
              <a:buFont typeface="Montserrat SemiBold"/>
              <a:buNone/>
              <a:defRPr sz="2400">
                <a:solidFill>
                  <a:schemeClr val="lt1"/>
                </a:solidFill>
                <a:latin typeface="Montserrat SemiBold"/>
                <a:ea typeface="Montserrat SemiBold"/>
                <a:cs typeface="Montserrat SemiBold"/>
                <a:sym typeface="Montserrat SemiBold"/>
              </a:defRPr>
            </a:lvl7pPr>
            <a:lvl8pPr lvl="7" algn="l">
              <a:lnSpc>
                <a:spcPct val="100000"/>
              </a:lnSpc>
              <a:spcBef>
                <a:spcPts val="0"/>
              </a:spcBef>
              <a:spcAft>
                <a:spcPts val="0"/>
              </a:spcAft>
              <a:buClr>
                <a:schemeClr val="lt1"/>
              </a:buClr>
              <a:buSzPts val="2400"/>
              <a:buFont typeface="Montserrat SemiBold"/>
              <a:buNone/>
              <a:defRPr sz="2400">
                <a:solidFill>
                  <a:schemeClr val="lt1"/>
                </a:solidFill>
                <a:latin typeface="Montserrat SemiBold"/>
                <a:ea typeface="Montserrat SemiBold"/>
                <a:cs typeface="Montserrat SemiBold"/>
                <a:sym typeface="Montserrat SemiBold"/>
              </a:defRPr>
            </a:lvl8pPr>
            <a:lvl9pPr lvl="8" algn="l">
              <a:lnSpc>
                <a:spcPct val="100000"/>
              </a:lnSpc>
              <a:spcBef>
                <a:spcPts val="0"/>
              </a:spcBef>
              <a:spcAft>
                <a:spcPts val="0"/>
              </a:spcAft>
              <a:buClr>
                <a:schemeClr val="lt1"/>
              </a:buClr>
              <a:buSzPts val="2400"/>
              <a:buFont typeface="Montserrat SemiBold"/>
              <a:buNone/>
              <a:defRPr sz="2400">
                <a:solidFill>
                  <a:schemeClr val="lt1"/>
                </a:solidFill>
                <a:latin typeface="Montserrat SemiBold"/>
                <a:ea typeface="Montserrat SemiBold"/>
                <a:cs typeface="Montserrat SemiBold"/>
                <a:sym typeface="Montserrat SemiBold"/>
              </a:defRPr>
            </a:lvl9pPr>
          </a:lstStyle>
          <a:p/>
        </p:txBody>
      </p:sp>
      <p:sp>
        <p:nvSpPr>
          <p:cNvPr id="95" name="Google Shape;95;p19"/>
          <p:cNvSpPr txBox="1"/>
          <p:nvPr>
            <p:ph idx="1" type="subTitle"/>
          </p:nvPr>
        </p:nvSpPr>
        <p:spPr>
          <a:xfrm>
            <a:off x="512081" y="2730244"/>
            <a:ext cx="5497500" cy="11106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Clr>
                <a:srgbClr val="00CBD8"/>
              </a:buClr>
              <a:buSzPts val="1400"/>
              <a:buFont typeface="Montserrat"/>
              <a:buNone/>
              <a:defRPr sz="1400">
                <a:solidFill>
                  <a:srgbClr val="00CBD8"/>
                </a:solidFill>
                <a:latin typeface="Montserrat"/>
                <a:ea typeface="Montserrat"/>
                <a:cs typeface="Montserrat"/>
                <a:sym typeface="Montserrat"/>
              </a:defRPr>
            </a:lvl1pPr>
            <a:lvl2pPr lvl="1" algn="l">
              <a:lnSpc>
                <a:spcPct val="115000"/>
              </a:lnSpc>
              <a:spcBef>
                <a:spcPts val="0"/>
              </a:spcBef>
              <a:spcAft>
                <a:spcPts val="0"/>
              </a:spcAft>
              <a:buClr>
                <a:srgbClr val="00CBD8"/>
              </a:buClr>
              <a:buSzPts val="1400"/>
              <a:buNone/>
              <a:defRPr>
                <a:solidFill>
                  <a:srgbClr val="00CBD8"/>
                </a:solidFill>
              </a:defRPr>
            </a:lvl2pPr>
            <a:lvl3pPr lvl="2" algn="l">
              <a:lnSpc>
                <a:spcPct val="115000"/>
              </a:lnSpc>
              <a:spcBef>
                <a:spcPts val="0"/>
              </a:spcBef>
              <a:spcAft>
                <a:spcPts val="0"/>
              </a:spcAft>
              <a:buClr>
                <a:srgbClr val="00CBD8"/>
              </a:buClr>
              <a:buSzPts val="1400"/>
              <a:buNone/>
              <a:defRPr>
                <a:solidFill>
                  <a:srgbClr val="00CBD8"/>
                </a:solidFill>
              </a:defRPr>
            </a:lvl3pPr>
            <a:lvl4pPr lvl="3" algn="l">
              <a:lnSpc>
                <a:spcPct val="115000"/>
              </a:lnSpc>
              <a:spcBef>
                <a:spcPts val="0"/>
              </a:spcBef>
              <a:spcAft>
                <a:spcPts val="0"/>
              </a:spcAft>
              <a:buClr>
                <a:srgbClr val="00CBD8"/>
              </a:buClr>
              <a:buSzPts val="1400"/>
              <a:buNone/>
              <a:defRPr>
                <a:solidFill>
                  <a:srgbClr val="00CBD8"/>
                </a:solidFill>
              </a:defRPr>
            </a:lvl4pPr>
            <a:lvl5pPr lvl="4" algn="l">
              <a:lnSpc>
                <a:spcPct val="115000"/>
              </a:lnSpc>
              <a:spcBef>
                <a:spcPts val="0"/>
              </a:spcBef>
              <a:spcAft>
                <a:spcPts val="0"/>
              </a:spcAft>
              <a:buClr>
                <a:srgbClr val="00CBD8"/>
              </a:buClr>
              <a:buSzPts val="1400"/>
              <a:buNone/>
              <a:defRPr>
                <a:solidFill>
                  <a:srgbClr val="00CBD8"/>
                </a:solidFill>
              </a:defRPr>
            </a:lvl5pPr>
            <a:lvl6pPr lvl="5" algn="l">
              <a:lnSpc>
                <a:spcPct val="115000"/>
              </a:lnSpc>
              <a:spcBef>
                <a:spcPts val="0"/>
              </a:spcBef>
              <a:spcAft>
                <a:spcPts val="0"/>
              </a:spcAft>
              <a:buClr>
                <a:srgbClr val="00CBD8"/>
              </a:buClr>
              <a:buSzPts val="1400"/>
              <a:buNone/>
              <a:defRPr>
                <a:solidFill>
                  <a:srgbClr val="00CBD8"/>
                </a:solidFill>
              </a:defRPr>
            </a:lvl6pPr>
            <a:lvl7pPr lvl="6" algn="l">
              <a:lnSpc>
                <a:spcPct val="115000"/>
              </a:lnSpc>
              <a:spcBef>
                <a:spcPts val="0"/>
              </a:spcBef>
              <a:spcAft>
                <a:spcPts val="0"/>
              </a:spcAft>
              <a:buClr>
                <a:srgbClr val="00CBD8"/>
              </a:buClr>
              <a:buSzPts val="1400"/>
              <a:buNone/>
              <a:defRPr>
                <a:solidFill>
                  <a:srgbClr val="00CBD8"/>
                </a:solidFill>
              </a:defRPr>
            </a:lvl7pPr>
            <a:lvl8pPr lvl="7" algn="l">
              <a:lnSpc>
                <a:spcPct val="115000"/>
              </a:lnSpc>
              <a:spcBef>
                <a:spcPts val="0"/>
              </a:spcBef>
              <a:spcAft>
                <a:spcPts val="0"/>
              </a:spcAft>
              <a:buClr>
                <a:srgbClr val="00CBD8"/>
              </a:buClr>
              <a:buSzPts val="1400"/>
              <a:buNone/>
              <a:defRPr>
                <a:solidFill>
                  <a:srgbClr val="00CBD8"/>
                </a:solidFill>
              </a:defRPr>
            </a:lvl8pPr>
            <a:lvl9pPr lvl="8" algn="l">
              <a:lnSpc>
                <a:spcPct val="115000"/>
              </a:lnSpc>
              <a:spcBef>
                <a:spcPts val="0"/>
              </a:spcBef>
              <a:spcAft>
                <a:spcPts val="0"/>
              </a:spcAft>
              <a:buClr>
                <a:srgbClr val="00CBD8"/>
              </a:buClr>
              <a:buSzPts val="1400"/>
              <a:buNone/>
              <a:defRPr>
                <a:solidFill>
                  <a:srgbClr val="00CBD8"/>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uverture 1 1">
  <p:cSld name="Couverture 1_1">
    <p:spTree>
      <p:nvGrpSpPr>
        <p:cNvPr id="96" name="Shape 96"/>
        <p:cNvGrpSpPr/>
        <p:nvPr/>
      </p:nvGrpSpPr>
      <p:grpSpPr>
        <a:xfrm>
          <a:off x="0" y="0"/>
          <a:ext cx="0" cy="0"/>
          <a:chOff x="0" y="0"/>
          <a:chExt cx="0" cy="0"/>
        </a:xfrm>
      </p:grpSpPr>
      <p:pic>
        <p:nvPicPr>
          <p:cNvPr id="97" name="Google Shape;97;p20"/>
          <p:cNvPicPr preferRelativeResize="0"/>
          <p:nvPr/>
        </p:nvPicPr>
        <p:blipFill rotWithShape="1">
          <a:blip r:embed="rId2">
            <a:alphaModFix/>
          </a:blip>
          <a:srcRect b="0" l="0" r="0" t="0"/>
          <a:stretch/>
        </p:blipFill>
        <p:spPr>
          <a:xfrm>
            <a:off x="-55537" y="-22275"/>
            <a:ext cx="9199539" cy="5214358"/>
          </a:xfrm>
          <a:prstGeom prst="rect">
            <a:avLst/>
          </a:prstGeom>
          <a:noFill/>
          <a:ln>
            <a:noFill/>
          </a:ln>
        </p:spPr>
      </p:pic>
      <p:pic>
        <p:nvPicPr>
          <p:cNvPr id="98" name="Google Shape;98;p20"/>
          <p:cNvPicPr preferRelativeResize="0"/>
          <p:nvPr/>
        </p:nvPicPr>
        <p:blipFill rotWithShape="1">
          <a:blip r:embed="rId3">
            <a:alphaModFix/>
          </a:blip>
          <a:srcRect b="0" l="0" r="0" t="0"/>
          <a:stretch/>
        </p:blipFill>
        <p:spPr>
          <a:xfrm rot="-1804581">
            <a:off x="1627773" y="3973589"/>
            <a:ext cx="349051" cy="174925"/>
          </a:xfrm>
          <a:prstGeom prst="rect">
            <a:avLst/>
          </a:prstGeom>
          <a:noFill/>
          <a:ln>
            <a:noFill/>
          </a:ln>
        </p:spPr>
      </p:pic>
      <p:pic>
        <p:nvPicPr>
          <p:cNvPr id="99" name="Google Shape;99;p20"/>
          <p:cNvPicPr preferRelativeResize="0"/>
          <p:nvPr/>
        </p:nvPicPr>
        <p:blipFill rotWithShape="1">
          <a:blip r:embed="rId4">
            <a:alphaModFix/>
          </a:blip>
          <a:srcRect b="0" l="0" r="0" t="0"/>
          <a:stretch/>
        </p:blipFill>
        <p:spPr>
          <a:xfrm>
            <a:off x="512075" y="566947"/>
            <a:ext cx="2174659" cy="510750"/>
          </a:xfrm>
          <a:prstGeom prst="rect">
            <a:avLst/>
          </a:prstGeom>
          <a:noFill/>
          <a:ln>
            <a:noFill/>
          </a:ln>
        </p:spPr>
      </p:pic>
      <p:sp>
        <p:nvSpPr>
          <p:cNvPr id="100" name="Google Shape;100;p20"/>
          <p:cNvSpPr/>
          <p:nvPr/>
        </p:nvSpPr>
        <p:spPr>
          <a:xfrm>
            <a:off x="5745749" y="-316256"/>
            <a:ext cx="759600" cy="759600"/>
          </a:xfrm>
          <a:prstGeom prst="ellipse">
            <a:avLst/>
          </a:prstGeom>
          <a:noFill/>
          <a:ln cap="flat" cmpd="sng" w="19050">
            <a:solidFill>
              <a:srgbClr val="C9F7F4"/>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01" name="Google Shape;101;p20"/>
          <p:cNvSpPr txBox="1"/>
          <p:nvPr>
            <p:ph type="title"/>
          </p:nvPr>
        </p:nvSpPr>
        <p:spPr>
          <a:xfrm>
            <a:off x="512081" y="2011135"/>
            <a:ext cx="5476200" cy="953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400"/>
              <a:buFont typeface="Montserrat SemiBold"/>
              <a:buNone/>
              <a:defRPr sz="2400">
                <a:solidFill>
                  <a:schemeClr val="lt1"/>
                </a:solidFill>
                <a:latin typeface="Montserrat SemiBold"/>
                <a:ea typeface="Montserrat SemiBold"/>
                <a:cs typeface="Montserrat SemiBold"/>
                <a:sym typeface="Montserrat SemiBold"/>
              </a:defRPr>
            </a:lvl1pPr>
            <a:lvl2pPr lvl="1" algn="l">
              <a:lnSpc>
                <a:spcPct val="100000"/>
              </a:lnSpc>
              <a:spcBef>
                <a:spcPts val="0"/>
              </a:spcBef>
              <a:spcAft>
                <a:spcPts val="0"/>
              </a:spcAft>
              <a:buClr>
                <a:schemeClr val="lt1"/>
              </a:buClr>
              <a:buSzPts val="2400"/>
              <a:buFont typeface="Montserrat SemiBold"/>
              <a:buNone/>
              <a:defRPr sz="2400">
                <a:solidFill>
                  <a:schemeClr val="lt1"/>
                </a:solidFill>
                <a:latin typeface="Montserrat SemiBold"/>
                <a:ea typeface="Montserrat SemiBold"/>
                <a:cs typeface="Montserrat SemiBold"/>
                <a:sym typeface="Montserrat SemiBold"/>
              </a:defRPr>
            </a:lvl2pPr>
            <a:lvl3pPr lvl="2" algn="l">
              <a:lnSpc>
                <a:spcPct val="100000"/>
              </a:lnSpc>
              <a:spcBef>
                <a:spcPts val="0"/>
              </a:spcBef>
              <a:spcAft>
                <a:spcPts val="0"/>
              </a:spcAft>
              <a:buClr>
                <a:schemeClr val="lt1"/>
              </a:buClr>
              <a:buSzPts val="2400"/>
              <a:buFont typeface="Montserrat SemiBold"/>
              <a:buNone/>
              <a:defRPr sz="2400">
                <a:solidFill>
                  <a:schemeClr val="lt1"/>
                </a:solidFill>
                <a:latin typeface="Montserrat SemiBold"/>
                <a:ea typeface="Montserrat SemiBold"/>
                <a:cs typeface="Montserrat SemiBold"/>
                <a:sym typeface="Montserrat SemiBold"/>
              </a:defRPr>
            </a:lvl3pPr>
            <a:lvl4pPr lvl="3" algn="l">
              <a:lnSpc>
                <a:spcPct val="100000"/>
              </a:lnSpc>
              <a:spcBef>
                <a:spcPts val="0"/>
              </a:spcBef>
              <a:spcAft>
                <a:spcPts val="0"/>
              </a:spcAft>
              <a:buClr>
                <a:schemeClr val="lt1"/>
              </a:buClr>
              <a:buSzPts val="2400"/>
              <a:buFont typeface="Montserrat SemiBold"/>
              <a:buNone/>
              <a:defRPr sz="2400">
                <a:solidFill>
                  <a:schemeClr val="lt1"/>
                </a:solidFill>
                <a:latin typeface="Montserrat SemiBold"/>
                <a:ea typeface="Montserrat SemiBold"/>
                <a:cs typeface="Montserrat SemiBold"/>
                <a:sym typeface="Montserrat SemiBold"/>
              </a:defRPr>
            </a:lvl4pPr>
            <a:lvl5pPr lvl="4" algn="l">
              <a:lnSpc>
                <a:spcPct val="100000"/>
              </a:lnSpc>
              <a:spcBef>
                <a:spcPts val="0"/>
              </a:spcBef>
              <a:spcAft>
                <a:spcPts val="0"/>
              </a:spcAft>
              <a:buClr>
                <a:schemeClr val="lt1"/>
              </a:buClr>
              <a:buSzPts val="2400"/>
              <a:buFont typeface="Montserrat SemiBold"/>
              <a:buNone/>
              <a:defRPr sz="2400">
                <a:solidFill>
                  <a:schemeClr val="lt1"/>
                </a:solidFill>
                <a:latin typeface="Montserrat SemiBold"/>
                <a:ea typeface="Montserrat SemiBold"/>
                <a:cs typeface="Montserrat SemiBold"/>
                <a:sym typeface="Montserrat SemiBold"/>
              </a:defRPr>
            </a:lvl5pPr>
            <a:lvl6pPr lvl="5" algn="l">
              <a:lnSpc>
                <a:spcPct val="100000"/>
              </a:lnSpc>
              <a:spcBef>
                <a:spcPts val="0"/>
              </a:spcBef>
              <a:spcAft>
                <a:spcPts val="0"/>
              </a:spcAft>
              <a:buClr>
                <a:schemeClr val="lt1"/>
              </a:buClr>
              <a:buSzPts val="2400"/>
              <a:buFont typeface="Montserrat SemiBold"/>
              <a:buNone/>
              <a:defRPr sz="2400">
                <a:solidFill>
                  <a:schemeClr val="lt1"/>
                </a:solidFill>
                <a:latin typeface="Montserrat SemiBold"/>
                <a:ea typeface="Montserrat SemiBold"/>
                <a:cs typeface="Montserrat SemiBold"/>
                <a:sym typeface="Montserrat SemiBold"/>
              </a:defRPr>
            </a:lvl6pPr>
            <a:lvl7pPr lvl="6" algn="l">
              <a:lnSpc>
                <a:spcPct val="100000"/>
              </a:lnSpc>
              <a:spcBef>
                <a:spcPts val="0"/>
              </a:spcBef>
              <a:spcAft>
                <a:spcPts val="0"/>
              </a:spcAft>
              <a:buClr>
                <a:schemeClr val="lt1"/>
              </a:buClr>
              <a:buSzPts val="2400"/>
              <a:buFont typeface="Montserrat SemiBold"/>
              <a:buNone/>
              <a:defRPr sz="2400">
                <a:solidFill>
                  <a:schemeClr val="lt1"/>
                </a:solidFill>
                <a:latin typeface="Montserrat SemiBold"/>
                <a:ea typeface="Montserrat SemiBold"/>
                <a:cs typeface="Montserrat SemiBold"/>
                <a:sym typeface="Montserrat SemiBold"/>
              </a:defRPr>
            </a:lvl7pPr>
            <a:lvl8pPr lvl="7" algn="l">
              <a:lnSpc>
                <a:spcPct val="100000"/>
              </a:lnSpc>
              <a:spcBef>
                <a:spcPts val="0"/>
              </a:spcBef>
              <a:spcAft>
                <a:spcPts val="0"/>
              </a:spcAft>
              <a:buClr>
                <a:schemeClr val="lt1"/>
              </a:buClr>
              <a:buSzPts val="2400"/>
              <a:buFont typeface="Montserrat SemiBold"/>
              <a:buNone/>
              <a:defRPr sz="2400">
                <a:solidFill>
                  <a:schemeClr val="lt1"/>
                </a:solidFill>
                <a:latin typeface="Montserrat SemiBold"/>
                <a:ea typeface="Montserrat SemiBold"/>
                <a:cs typeface="Montserrat SemiBold"/>
                <a:sym typeface="Montserrat SemiBold"/>
              </a:defRPr>
            </a:lvl8pPr>
            <a:lvl9pPr lvl="8" algn="l">
              <a:lnSpc>
                <a:spcPct val="100000"/>
              </a:lnSpc>
              <a:spcBef>
                <a:spcPts val="0"/>
              </a:spcBef>
              <a:spcAft>
                <a:spcPts val="0"/>
              </a:spcAft>
              <a:buClr>
                <a:schemeClr val="lt1"/>
              </a:buClr>
              <a:buSzPts val="2400"/>
              <a:buFont typeface="Montserrat SemiBold"/>
              <a:buNone/>
              <a:defRPr sz="2400">
                <a:solidFill>
                  <a:schemeClr val="lt1"/>
                </a:solidFill>
                <a:latin typeface="Montserrat SemiBold"/>
                <a:ea typeface="Montserrat SemiBold"/>
                <a:cs typeface="Montserrat SemiBold"/>
                <a:sym typeface="Montserrat SemiBold"/>
              </a:defRPr>
            </a:lvl9pPr>
          </a:lstStyle>
          <a:p/>
        </p:txBody>
      </p:sp>
      <p:sp>
        <p:nvSpPr>
          <p:cNvPr id="102" name="Google Shape;102;p20"/>
          <p:cNvSpPr txBox="1"/>
          <p:nvPr>
            <p:ph idx="1" type="subTitle"/>
          </p:nvPr>
        </p:nvSpPr>
        <p:spPr>
          <a:xfrm>
            <a:off x="512081" y="2730244"/>
            <a:ext cx="5497500" cy="11106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Clr>
                <a:srgbClr val="00CBD8"/>
              </a:buClr>
              <a:buSzPts val="1400"/>
              <a:buFont typeface="Montserrat"/>
              <a:buNone/>
              <a:defRPr sz="1400">
                <a:solidFill>
                  <a:srgbClr val="00CBD8"/>
                </a:solidFill>
                <a:latin typeface="Montserrat"/>
                <a:ea typeface="Montserrat"/>
                <a:cs typeface="Montserrat"/>
                <a:sym typeface="Montserrat"/>
              </a:defRPr>
            </a:lvl1pPr>
            <a:lvl2pPr lvl="1" algn="l">
              <a:lnSpc>
                <a:spcPct val="115000"/>
              </a:lnSpc>
              <a:spcBef>
                <a:spcPts val="0"/>
              </a:spcBef>
              <a:spcAft>
                <a:spcPts val="0"/>
              </a:spcAft>
              <a:buClr>
                <a:srgbClr val="00CBD8"/>
              </a:buClr>
              <a:buSzPts val="1400"/>
              <a:buNone/>
              <a:defRPr>
                <a:solidFill>
                  <a:srgbClr val="00CBD8"/>
                </a:solidFill>
              </a:defRPr>
            </a:lvl2pPr>
            <a:lvl3pPr lvl="2" algn="l">
              <a:lnSpc>
                <a:spcPct val="115000"/>
              </a:lnSpc>
              <a:spcBef>
                <a:spcPts val="0"/>
              </a:spcBef>
              <a:spcAft>
                <a:spcPts val="0"/>
              </a:spcAft>
              <a:buClr>
                <a:srgbClr val="00CBD8"/>
              </a:buClr>
              <a:buSzPts val="1400"/>
              <a:buNone/>
              <a:defRPr>
                <a:solidFill>
                  <a:srgbClr val="00CBD8"/>
                </a:solidFill>
              </a:defRPr>
            </a:lvl3pPr>
            <a:lvl4pPr lvl="3" algn="l">
              <a:lnSpc>
                <a:spcPct val="115000"/>
              </a:lnSpc>
              <a:spcBef>
                <a:spcPts val="0"/>
              </a:spcBef>
              <a:spcAft>
                <a:spcPts val="0"/>
              </a:spcAft>
              <a:buClr>
                <a:srgbClr val="00CBD8"/>
              </a:buClr>
              <a:buSzPts val="1400"/>
              <a:buNone/>
              <a:defRPr>
                <a:solidFill>
                  <a:srgbClr val="00CBD8"/>
                </a:solidFill>
              </a:defRPr>
            </a:lvl4pPr>
            <a:lvl5pPr lvl="4" algn="l">
              <a:lnSpc>
                <a:spcPct val="115000"/>
              </a:lnSpc>
              <a:spcBef>
                <a:spcPts val="0"/>
              </a:spcBef>
              <a:spcAft>
                <a:spcPts val="0"/>
              </a:spcAft>
              <a:buClr>
                <a:srgbClr val="00CBD8"/>
              </a:buClr>
              <a:buSzPts val="1400"/>
              <a:buNone/>
              <a:defRPr>
                <a:solidFill>
                  <a:srgbClr val="00CBD8"/>
                </a:solidFill>
              </a:defRPr>
            </a:lvl5pPr>
            <a:lvl6pPr lvl="5" algn="l">
              <a:lnSpc>
                <a:spcPct val="115000"/>
              </a:lnSpc>
              <a:spcBef>
                <a:spcPts val="0"/>
              </a:spcBef>
              <a:spcAft>
                <a:spcPts val="0"/>
              </a:spcAft>
              <a:buClr>
                <a:srgbClr val="00CBD8"/>
              </a:buClr>
              <a:buSzPts val="1400"/>
              <a:buNone/>
              <a:defRPr>
                <a:solidFill>
                  <a:srgbClr val="00CBD8"/>
                </a:solidFill>
              </a:defRPr>
            </a:lvl6pPr>
            <a:lvl7pPr lvl="6" algn="l">
              <a:lnSpc>
                <a:spcPct val="115000"/>
              </a:lnSpc>
              <a:spcBef>
                <a:spcPts val="0"/>
              </a:spcBef>
              <a:spcAft>
                <a:spcPts val="0"/>
              </a:spcAft>
              <a:buClr>
                <a:srgbClr val="00CBD8"/>
              </a:buClr>
              <a:buSzPts val="1400"/>
              <a:buNone/>
              <a:defRPr>
                <a:solidFill>
                  <a:srgbClr val="00CBD8"/>
                </a:solidFill>
              </a:defRPr>
            </a:lvl7pPr>
            <a:lvl8pPr lvl="7" algn="l">
              <a:lnSpc>
                <a:spcPct val="115000"/>
              </a:lnSpc>
              <a:spcBef>
                <a:spcPts val="0"/>
              </a:spcBef>
              <a:spcAft>
                <a:spcPts val="0"/>
              </a:spcAft>
              <a:buClr>
                <a:srgbClr val="00CBD8"/>
              </a:buClr>
              <a:buSzPts val="1400"/>
              <a:buNone/>
              <a:defRPr>
                <a:solidFill>
                  <a:srgbClr val="00CBD8"/>
                </a:solidFill>
              </a:defRPr>
            </a:lvl8pPr>
            <a:lvl9pPr lvl="8" algn="l">
              <a:lnSpc>
                <a:spcPct val="115000"/>
              </a:lnSpc>
              <a:spcBef>
                <a:spcPts val="0"/>
              </a:spcBef>
              <a:spcAft>
                <a:spcPts val="0"/>
              </a:spcAft>
              <a:buClr>
                <a:srgbClr val="00CBD8"/>
              </a:buClr>
              <a:buSzPts val="1400"/>
              <a:buNone/>
              <a:defRPr>
                <a:solidFill>
                  <a:srgbClr val="00CBD8"/>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calaire 1">
  <p:cSld name="Intercalaire 1">
    <p:spTree>
      <p:nvGrpSpPr>
        <p:cNvPr id="103" name="Shape 103"/>
        <p:cNvGrpSpPr/>
        <p:nvPr/>
      </p:nvGrpSpPr>
      <p:grpSpPr>
        <a:xfrm>
          <a:off x="0" y="0"/>
          <a:ext cx="0" cy="0"/>
          <a:chOff x="0" y="0"/>
          <a:chExt cx="0" cy="0"/>
        </a:xfrm>
      </p:grpSpPr>
      <p:pic>
        <p:nvPicPr>
          <p:cNvPr id="104" name="Google Shape;104;p21"/>
          <p:cNvPicPr preferRelativeResize="0"/>
          <p:nvPr/>
        </p:nvPicPr>
        <p:blipFill rotWithShape="1">
          <a:blip r:embed="rId2">
            <a:alphaModFix/>
          </a:blip>
          <a:srcRect b="0" l="0" r="0" t="0"/>
          <a:stretch/>
        </p:blipFill>
        <p:spPr>
          <a:xfrm>
            <a:off x="-55537" y="-22275"/>
            <a:ext cx="9199539" cy="521435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position personnalisée">
  <p:cSld name="1_Disposition personnalisée">
    <p:spTree>
      <p:nvGrpSpPr>
        <p:cNvPr id="105" name="Shape 105"/>
        <p:cNvGrpSpPr/>
        <p:nvPr/>
      </p:nvGrpSpPr>
      <p:grpSpPr>
        <a:xfrm>
          <a:off x="0" y="0"/>
          <a:ext cx="0" cy="0"/>
          <a:chOff x="0" y="0"/>
          <a:chExt cx="0" cy="0"/>
        </a:xfrm>
      </p:grpSpPr>
      <p:pic>
        <p:nvPicPr>
          <p:cNvPr id="106" name="Google Shape;106;p22"/>
          <p:cNvPicPr preferRelativeResize="0"/>
          <p:nvPr/>
        </p:nvPicPr>
        <p:blipFill rotWithShape="1">
          <a:blip r:embed="rId2">
            <a:alphaModFix/>
          </a:blip>
          <a:srcRect b="0" l="0" r="0" t="0"/>
          <a:stretch/>
        </p:blipFill>
        <p:spPr>
          <a:xfrm>
            <a:off x="-55537" y="-22275"/>
            <a:ext cx="9199539" cy="5214358"/>
          </a:xfrm>
          <a:prstGeom prst="rect">
            <a:avLst/>
          </a:prstGeom>
          <a:noFill/>
          <a:ln>
            <a:noFill/>
          </a:ln>
        </p:spPr>
      </p:pic>
      <p:sp>
        <p:nvSpPr>
          <p:cNvPr id="107" name="Google Shape;107;p22"/>
          <p:cNvSpPr/>
          <p:nvPr/>
        </p:nvSpPr>
        <p:spPr>
          <a:xfrm>
            <a:off x="4263938" y="3378099"/>
            <a:ext cx="577520" cy="20536"/>
          </a:xfrm>
          <a:custGeom>
            <a:rect b="b" l="l" r="r" t="t"/>
            <a:pathLst>
              <a:path extrusionOk="0" h="146684" w="1312545">
                <a:moveTo>
                  <a:pt x="0" y="146592"/>
                </a:moveTo>
                <a:lnTo>
                  <a:pt x="1312075" y="146592"/>
                </a:lnTo>
                <a:lnTo>
                  <a:pt x="1312075" y="0"/>
                </a:lnTo>
                <a:lnTo>
                  <a:pt x="0" y="0"/>
                </a:lnTo>
                <a:lnTo>
                  <a:pt x="0" y="146592"/>
                </a:lnTo>
                <a:close/>
              </a:path>
            </a:pathLst>
          </a:custGeom>
          <a:solidFill>
            <a:srgbClr val="00CBD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id="108" name="Google Shape;108;p22"/>
          <p:cNvPicPr preferRelativeResize="0"/>
          <p:nvPr/>
        </p:nvPicPr>
        <p:blipFill rotWithShape="1">
          <a:blip r:embed="rId3">
            <a:alphaModFix/>
          </a:blip>
          <a:srcRect b="0" l="10" r="10" t="0"/>
          <a:stretch/>
        </p:blipFill>
        <p:spPr>
          <a:xfrm>
            <a:off x="3608769" y="1391457"/>
            <a:ext cx="1926456" cy="178014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1">
  <p:cSld name="SECTION_HEADER_2_1">
    <p:bg>
      <p:bgPr>
        <a:solidFill>
          <a:schemeClr val="lt1"/>
        </a:solidFill>
      </p:bgPr>
    </p:bg>
    <p:spTree>
      <p:nvGrpSpPr>
        <p:cNvPr id="109" name="Shape 109"/>
        <p:cNvGrpSpPr/>
        <p:nvPr/>
      </p:nvGrpSpPr>
      <p:grpSpPr>
        <a:xfrm>
          <a:off x="0" y="0"/>
          <a:ext cx="0" cy="0"/>
          <a:chOff x="0" y="0"/>
          <a:chExt cx="0" cy="0"/>
        </a:xfrm>
      </p:grpSpPr>
      <p:sp>
        <p:nvSpPr>
          <p:cNvPr id="110" name="Google Shape;110;p23"/>
          <p:cNvSpPr/>
          <p:nvPr/>
        </p:nvSpPr>
        <p:spPr>
          <a:xfrm rot="-5400000">
            <a:off x="6047710" y="-2495966"/>
            <a:ext cx="5075700" cy="5075700"/>
          </a:xfrm>
          <a:prstGeom prst="donut">
            <a:avLst>
              <a:gd fmla="val 25000" name="adj"/>
            </a:avLst>
          </a:prstGeom>
          <a:gradFill>
            <a:gsLst>
              <a:gs pos="0">
                <a:srgbClr val="FFFFFF"/>
              </a:gs>
              <a:gs pos="100000">
                <a:srgbClr val="8BA4BE">
                  <a:alpha val="51764"/>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3"/>
          <p:cNvSpPr txBox="1"/>
          <p:nvPr>
            <p:ph idx="1" type="body"/>
          </p:nvPr>
        </p:nvSpPr>
        <p:spPr>
          <a:xfrm>
            <a:off x="607350" y="1174263"/>
            <a:ext cx="7929300" cy="3103500"/>
          </a:xfrm>
          <a:prstGeom prst="rect">
            <a:avLst/>
          </a:prstGeom>
          <a:noFill/>
          <a:ln>
            <a:noFill/>
          </a:ln>
        </p:spPr>
        <p:txBody>
          <a:bodyPr anchorCtr="0" anchor="t" bIns="91425" lIns="91425" spcFirstLastPara="1" rIns="91425" wrap="square" tIns="91425">
            <a:normAutofit/>
          </a:bodyPr>
          <a:lstStyle>
            <a:lvl1pPr indent="-304800" lvl="0" marL="457200" algn="l">
              <a:lnSpc>
                <a:spcPct val="100000"/>
              </a:lnSpc>
              <a:spcBef>
                <a:spcPts val="0"/>
              </a:spcBef>
              <a:spcAft>
                <a:spcPts val="0"/>
              </a:spcAft>
              <a:buClr>
                <a:srgbClr val="00CBD8"/>
              </a:buClr>
              <a:buSzPts val="1200"/>
              <a:buFont typeface="Montserrat Medium"/>
              <a:buChar char="●"/>
              <a:defRPr sz="1200">
                <a:latin typeface="Montserrat Medium"/>
                <a:ea typeface="Montserrat Medium"/>
                <a:cs typeface="Montserrat Medium"/>
                <a:sym typeface="Montserrat Medium"/>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sp>
        <p:nvSpPr>
          <p:cNvPr id="112" name="Google Shape;112;p23"/>
          <p:cNvSpPr txBox="1"/>
          <p:nvPr>
            <p:ph type="title"/>
          </p:nvPr>
        </p:nvSpPr>
        <p:spPr>
          <a:xfrm>
            <a:off x="337175" y="713350"/>
            <a:ext cx="5166900" cy="5637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1pPr>
            <a:lvl2pPr lvl="1"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2pPr>
            <a:lvl3pPr lvl="2"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3pPr>
            <a:lvl4pPr lvl="3"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4pPr>
            <a:lvl5pPr lvl="4"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5pPr>
            <a:lvl6pPr lvl="5"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6pPr>
            <a:lvl7pPr lvl="6"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7pPr>
            <a:lvl8pPr lvl="7"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8pPr>
            <a:lvl9pPr lvl="8"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9pPr>
          </a:lstStyle>
          <a:p/>
        </p:txBody>
      </p:sp>
      <p:sp>
        <p:nvSpPr>
          <p:cNvPr id="113" name="Google Shape;113;p23"/>
          <p:cNvSpPr txBox="1"/>
          <p:nvPr>
            <p:ph idx="2" type="title"/>
          </p:nvPr>
        </p:nvSpPr>
        <p:spPr>
          <a:xfrm>
            <a:off x="337175" y="462025"/>
            <a:ext cx="5320200" cy="171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CBD8"/>
              </a:buClr>
              <a:buSzPts val="1300"/>
              <a:buFont typeface="Montserrat Medium"/>
              <a:buNone/>
              <a:defRPr sz="1300">
                <a:solidFill>
                  <a:srgbClr val="00CBD8"/>
                </a:solidFill>
                <a:latin typeface="Montserrat Medium"/>
                <a:ea typeface="Montserrat Medium"/>
                <a:cs typeface="Montserrat Medium"/>
                <a:sym typeface="Montserrat Medium"/>
              </a:defRPr>
            </a:lvl1pPr>
            <a:lvl2pPr lvl="1" algn="l">
              <a:lnSpc>
                <a:spcPct val="100000"/>
              </a:lnSpc>
              <a:spcBef>
                <a:spcPts val="0"/>
              </a:spcBef>
              <a:spcAft>
                <a:spcPts val="0"/>
              </a:spcAft>
              <a:buClr>
                <a:srgbClr val="00CBD8"/>
              </a:buClr>
              <a:buSzPts val="1300"/>
              <a:buFont typeface="Montserrat Medium"/>
              <a:buNone/>
              <a:defRPr sz="1300">
                <a:solidFill>
                  <a:srgbClr val="00CBD8"/>
                </a:solidFill>
                <a:latin typeface="Montserrat Medium"/>
                <a:ea typeface="Montserrat Medium"/>
                <a:cs typeface="Montserrat Medium"/>
                <a:sym typeface="Montserrat Medium"/>
              </a:defRPr>
            </a:lvl2pPr>
            <a:lvl3pPr lvl="2" algn="l">
              <a:lnSpc>
                <a:spcPct val="100000"/>
              </a:lnSpc>
              <a:spcBef>
                <a:spcPts val="0"/>
              </a:spcBef>
              <a:spcAft>
                <a:spcPts val="0"/>
              </a:spcAft>
              <a:buClr>
                <a:srgbClr val="00CBD8"/>
              </a:buClr>
              <a:buSzPts val="1300"/>
              <a:buFont typeface="Montserrat Medium"/>
              <a:buNone/>
              <a:defRPr sz="1300">
                <a:solidFill>
                  <a:srgbClr val="00CBD8"/>
                </a:solidFill>
                <a:latin typeface="Montserrat Medium"/>
                <a:ea typeface="Montserrat Medium"/>
                <a:cs typeface="Montserrat Medium"/>
                <a:sym typeface="Montserrat Medium"/>
              </a:defRPr>
            </a:lvl3pPr>
            <a:lvl4pPr lvl="3" algn="l">
              <a:lnSpc>
                <a:spcPct val="100000"/>
              </a:lnSpc>
              <a:spcBef>
                <a:spcPts val="0"/>
              </a:spcBef>
              <a:spcAft>
                <a:spcPts val="0"/>
              </a:spcAft>
              <a:buClr>
                <a:srgbClr val="00CBD8"/>
              </a:buClr>
              <a:buSzPts val="1300"/>
              <a:buFont typeface="Montserrat Medium"/>
              <a:buNone/>
              <a:defRPr sz="1300">
                <a:solidFill>
                  <a:srgbClr val="00CBD8"/>
                </a:solidFill>
                <a:latin typeface="Montserrat Medium"/>
                <a:ea typeface="Montserrat Medium"/>
                <a:cs typeface="Montserrat Medium"/>
                <a:sym typeface="Montserrat Medium"/>
              </a:defRPr>
            </a:lvl4pPr>
            <a:lvl5pPr lvl="4" algn="l">
              <a:lnSpc>
                <a:spcPct val="100000"/>
              </a:lnSpc>
              <a:spcBef>
                <a:spcPts val="0"/>
              </a:spcBef>
              <a:spcAft>
                <a:spcPts val="0"/>
              </a:spcAft>
              <a:buClr>
                <a:srgbClr val="00CBD8"/>
              </a:buClr>
              <a:buSzPts val="1300"/>
              <a:buFont typeface="Montserrat Medium"/>
              <a:buNone/>
              <a:defRPr sz="1300">
                <a:solidFill>
                  <a:srgbClr val="00CBD8"/>
                </a:solidFill>
                <a:latin typeface="Montserrat Medium"/>
                <a:ea typeface="Montserrat Medium"/>
                <a:cs typeface="Montserrat Medium"/>
                <a:sym typeface="Montserrat Medium"/>
              </a:defRPr>
            </a:lvl5pPr>
            <a:lvl6pPr lvl="5" algn="l">
              <a:lnSpc>
                <a:spcPct val="100000"/>
              </a:lnSpc>
              <a:spcBef>
                <a:spcPts val="0"/>
              </a:spcBef>
              <a:spcAft>
                <a:spcPts val="0"/>
              </a:spcAft>
              <a:buClr>
                <a:srgbClr val="00CBD8"/>
              </a:buClr>
              <a:buSzPts val="1300"/>
              <a:buFont typeface="Montserrat Medium"/>
              <a:buNone/>
              <a:defRPr sz="1300">
                <a:solidFill>
                  <a:srgbClr val="00CBD8"/>
                </a:solidFill>
                <a:latin typeface="Montserrat Medium"/>
                <a:ea typeface="Montserrat Medium"/>
                <a:cs typeface="Montserrat Medium"/>
                <a:sym typeface="Montserrat Medium"/>
              </a:defRPr>
            </a:lvl6pPr>
            <a:lvl7pPr lvl="6" algn="l">
              <a:lnSpc>
                <a:spcPct val="100000"/>
              </a:lnSpc>
              <a:spcBef>
                <a:spcPts val="0"/>
              </a:spcBef>
              <a:spcAft>
                <a:spcPts val="0"/>
              </a:spcAft>
              <a:buClr>
                <a:srgbClr val="00CBD8"/>
              </a:buClr>
              <a:buSzPts val="1300"/>
              <a:buFont typeface="Montserrat Medium"/>
              <a:buNone/>
              <a:defRPr sz="1300">
                <a:solidFill>
                  <a:srgbClr val="00CBD8"/>
                </a:solidFill>
                <a:latin typeface="Montserrat Medium"/>
                <a:ea typeface="Montserrat Medium"/>
                <a:cs typeface="Montserrat Medium"/>
                <a:sym typeface="Montserrat Medium"/>
              </a:defRPr>
            </a:lvl7pPr>
            <a:lvl8pPr lvl="7" algn="l">
              <a:lnSpc>
                <a:spcPct val="100000"/>
              </a:lnSpc>
              <a:spcBef>
                <a:spcPts val="0"/>
              </a:spcBef>
              <a:spcAft>
                <a:spcPts val="0"/>
              </a:spcAft>
              <a:buClr>
                <a:srgbClr val="00CBD8"/>
              </a:buClr>
              <a:buSzPts val="1300"/>
              <a:buFont typeface="Montserrat Medium"/>
              <a:buNone/>
              <a:defRPr sz="1300">
                <a:solidFill>
                  <a:srgbClr val="00CBD8"/>
                </a:solidFill>
                <a:latin typeface="Montserrat Medium"/>
                <a:ea typeface="Montserrat Medium"/>
                <a:cs typeface="Montserrat Medium"/>
                <a:sym typeface="Montserrat Medium"/>
              </a:defRPr>
            </a:lvl8pPr>
            <a:lvl9pPr lvl="8" algn="l">
              <a:lnSpc>
                <a:spcPct val="100000"/>
              </a:lnSpc>
              <a:spcBef>
                <a:spcPts val="0"/>
              </a:spcBef>
              <a:spcAft>
                <a:spcPts val="0"/>
              </a:spcAft>
              <a:buClr>
                <a:srgbClr val="00CBD8"/>
              </a:buClr>
              <a:buSzPts val="1300"/>
              <a:buFont typeface="Montserrat Medium"/>
              <a:buNone/>
              <a:defRPr sz="1300">
                <a:solidFill>
                  <a:srgbClr val="00CBD8"/>
                </a:solidFill>
                <a:latin typeface="Montserrat Medium"/>
                <a:ea typeface="Montserrat Medium"/>
                <a:cs typeface="Montserrat Medium"/>
                <a:sym typeface="Montserrat Medium"/>
              </a:defRPr>
            </a:lvl9pPr>
          </a:lstStyle>
          <a:p/>
        </p:txBody>
      </p:sp>
      <p:cxnSp>
        <p:nvCxnSpPr>
          <p:cNvPr id="114" name="Google Shape;114;p23"/>
          <p:cNvCxnSpPr/>
          <p:nvPr/>
        </p:nvCxnSpPr>
        <p:spPr>
          <a:xfrm>
            <a:off x="1305375" y="4749025"/>
            <a:ext cx="0" cy="129000"/>
          </a:xfrm>
          <a:prstGeom prst="straightConnector1">
            <a:avLst/>
          </a:prstGeom>
          <a:noFill/>
          <a:ln cap="flat" cmpd="sng" w="9525">
            <a:solidFill>
              <a:srgbClr val="001B39"/>
            </a:solidFill>
            <a:prstDash val="solid"/>
            <a:round/>
            <a:headEnd len="sm" w="sm" type="none"/>
            <a:tailEnd len="sm" w="sm" type="none"/>
          </a:ln>
        </p:spPr>
      </p:cxnSp>
      <p:pic>
        <p:nvPicPr>
          <p:cNvPr id="115" name="Google Shape;115;p23"/>
          <p:cNvPicPr preferRelativeResize="0"/>
          <p:nvPr/>
        </p:nvPicPr>
        <p:blipFill rotWithShape="1">
          <a:blip r:embed="rId2">
            <a:alphaModFix/>
          </a:blip>
          <a:srcRect b="0" l="-2395" r="-4523" t="0"/>
          <a:stretch/>
        </p:blipFill>
        <p:spPr>
          <a:xfrm>
            <a:off x="298000" y="4692326"/>
            <a:ext cx="938312" cy="200975"/>
          </a:xfrm>
          <a:prstGeom prst="rect">
            <a:avLst/>
          </a:prstGeom>
          <a:noFill/>
          <a:ln>
            <a:noFill/>
          </a:ln>
        </p:spPr>
      </p:pic>
      <p:sp>
        <p:nvSpPr>
          <p:cNvPr id="116" name="Google Shape;116;p23"/>
          <p:cNvSpPr txBox="1"/>
          <p:nvPr>
            <p:ph idx="3" type="title"/>
          </p:nvPr>
        </p:nvSpPr>
        <p:spPr>
          <a:xfrm>
            <a:off x="1418400" y="4727875"/>
            <a:ext cx="3840900" cy="1500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1B39"/>
              </a:buClr>
              <a:buSzPts val="1000"/>
              <a:buFont typeface="Montserrat"/>
              <a:buNone/>
              <a:defRPr sz="1000">
                <a:solidFill>
                  <a:srgbClr val="001B39"/>
                </a:solidFill>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117" name="Google Shape;117;p23"/>
          <p:cNvCxnSpPr/>
          <p:nvPr/>
        </p:nvCxnSpPr>
        <p:spPr>
          <a:xfrm>
            <a:off x="337175" y="363400"/>
            <a:ext cx="383100" cy="0"/>
          </a:xfrm>
          <a:prstGeom prst="straightConnector1">
            <a:avLst/>
          </a:prstGeom>
          <a:noFill/>
          <a:ln cap="flat" cmpd="sng" w="38100">
            <a:solidFill>
              <a:srgbClr val="00CBD8"/>
            </a:solidFill>
            <a:prstDash val="solid"/>
            <a:round/>
            <a:headEnd len="sm" w="sm" type="none"/>
            <a:tailEnd len="sm" w="sm"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 contexte">
  <p:cSld name="SECTION_HEADER_2_1_2">
    <p:bg>
      <p:bgPr>
        <a:solidFill>
          <a:schemeClr val="lt1"/>
        </a:solidFill>
      </p:bgPr>
    </p:bg>
    <p:spTree>
      <p:nvGrpSpPr>
        <p:cNvPr id="118" name="Shape 118"/>
        <p:cNvGrpSpPr/>
        <p:nvPr/>
      </p:nvGrpSpPr>
      <p:grpSpPr>
        <a:xfrm>
          <a:off x="0" y="0"/>
          <a:ext cx="0" cy="0"/>
          <a:chOff x="0" y="0"/>
          <a:chExt cx="0" cy="0"/>
        </a:xfrm>
      </p:grpSpPr>
      <p:sp>
        <p:nvSpPr>
          <p:cNvPr id="119" name="Google Shape;119;p24"/>
          <p:cNvSpPr/>
          <p:nvPr/>
        </p:nvSpPr>
        <p:spPr>
          <a:xfrm rot="-5400000">
            <a:off x="6047710" y="-2495966"/>
            <a:ext cx="5075700" cy="5075700"/>
          </a:xfrm>
          <a:prstGeom prst="donut">
            <a:avLst>
              <a:gd fmla="val 25000" name="adj"/>
            </a:avLst>
          </a:prstGeom>
          <a:gradFill>
            <a:gsLst>
              <a:gs pos="0">
                <a:srgbClr val="FFFFFF"/>
              </a:gs>
              <a:gs pos="100000">
                <a:srgbClr val="8BA4BE">
                  <a:alpha val="51764"/>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4"/>
          <p:cNvSpPr txBox="1"/>
          <p:nvPr>
            <p:ph idx="1" type="body"/>
          </p:nvPr>
        </p:nvSpPr>
        <p:spPr>
          <a:xfrm>
            <a:off x="607350" y="1174263"/>
            <a:ext cx="7929300" cy="3103500"/>
          </a:xfrm>
          <a:prstGeom prst="rect">
            <a:avLst/>
          </a:prstGeom>
          <a:noFill/>
          <a:ln>
            <a:noFill/>
          </a:ln>
        </p:spPr>
        <p:txBody>
          <a:bodyPr anchorCtr="0" anchor="t" bIns="91425" lIns="91425" spcFirstLastPara="1" rIns="91425" wrap="square" tIns="91425">
            <a:normAutofit/>
          </a:bodyPr>
          <a:lstStyle>
            <a:lvl1pPr indent="-304800" lvl="0" marL="457200" algn="l">
              <a:lnSpc>
                <a:spcPct val="100000"/>
              </a:lnSpc>
              <a:spcBef>
                <a:spcPts val="0"/>
              </a:spcBef>
              <a:spcAft>
                <a:spcPts val="0"/>
              </a:spcAft>
              <a:buClr>
                <a:srgbClr val="00DDD0"/>
              </a:buClr>
              <a:buSzPts val="1200"/>
              <a:buFont typeface="Montserrat Medium"/>
              <a:buChar char="●"/>
              <a:defRPr sz="1200">
                <a:latin typeface="Montserrat Medium"/>
                <a:ea typeface="Montserrat Medium"/>
                <a:cs typeface="Montserrat Medium"/>
                <a:sym typeface="Montserrat Medium"/>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121" name="Google Shape;121;p24"/>
          <p:cNvPicPr preferRelativeResize="0"/>
          <p:nvPr/>
        </p:nvPicPr>
        <p:blipFill rotWithShape="1">
          <a:blip r:embed="rId2">
            <a:alphaModFix/>
          </a:blip>
          <a:srcRect b="0" l="-2395" r="-4523" t="0"/>
          <a:stretch/>
        </p:blipFill>
        <p:spPr>
          <a:xfrm>
            <a:off x="298000" y="4692326"/>
            <a:ext cx="938312" cy="200975"/>
          </a:xfrm>
          <a:prstGeom prst="rect">
            <a:avLst/>
          </a:prstGeom>
          <a:noFill/>
          <a:ln>
            <a:noFill/>
          </a:ln>
        </p:spPr>
      </p:pic>
      <p:sp>
        <p:nvSpPr>
          <p:cNvPr id="122" name="Google Shape;122;p24"/>
          <p:cNvSpPr txBox="1"/>
          <p:nvPr>
            <p:ph type="title"/>
          </p:nvPr>
        </p:nvSpPr>
        <p:spPr>
          <a:xfrm>
            <a:off x="1418400" y="4727875"/>
            <a:ext cx="3840900" cy="1500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1B39"/>
              </a:buClr>
              <a:buSzPts val="1000"/>
              <a:buFont typeface="Montserrat"/>
              <a:buNone/>
              <a:defRPr sz="1000">
                <a:solidFill>
                  <a:srgbClr val="001B39"/>
                </a:solidFill>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3" name="Google Shape;123;p24"/>
          <p:cNvSpPr txBox="1"/>
          <p:nvPr/>
        </p:nvSpPr>
        <p:spPr>
          <a:xfrm>
            <a:off x="337175" y="438900"/>
            <a:ext cx="1427700" cy="26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1B39"/>
                </a:solidFill>
                <a:latin typeface="Montserrat"/>
                <a:ea typeface="Montserrat"/>
                <a:cs typeface="Montserrat"/>
                <a:sym typeface="Montserrat"/>
              </a:rPr>
              <a:t>Le contexte</a:t>
            </a:r>
            <a:endParaRPr b="1" i="0" sz="1600" u="none" cap="none" strike="noStrike">
              <a:solidFill>
                <a:srgbClr val="001B39"/>
              </a:solidFill>
              <a:latin typeface="Montserrat"/>
              <a:ea typeface="Montserrat"/>
              <a:cs typeface="Montserrat"/>
              <a:sym typeface="Montserrat"/>
            </a:endParaRPr>
          </a:p>
        </p:txBody>
      </p:sp>
      <p:cxnSp>
        <p:nvCxnSpPr>
          <p:cNvPr id="124" name="Google Shape;124;p24"/>
          <p:cNvCxnSpPr/>
          <p:nvPr/>
        </p:nvCxnSpPr>
        <p:spPr>
          <a:xfrm>
            <a:off x="337175" y="363400"/>
            <a:ext cx="383100" cy="0"/>
          </a:xfrm>
          <a:prstGeom prst="straightConnector1">
            <a:avLst/>
          </a:prstGeom>
          <a:noFill/>
          <a:ln cap="flat" cmpd="sng" w="38100">
            <a:solidFill>
              <a:srgbClr val="00CBD8"/>
            </a:solidFill>
            <a:prstDash val="solid"/>
            <a:round/>
            <a:headEnd len="sm" w="sm" type="none"/>
            <a:tailEnd len="sm" w="sm" type="none"/>
          </a:ln>
        </p:spPr>
      </p:cxnSp>
    </p:spTree>
  </p:cSld>
  <p:clrMapOvr>
    <a:masterClrMapping/>
  </p:clrMapOvr>
  <p:extLst>
    <p:ext uri="{DCECCB84-F9BA-43D5-87BE-67443E8EF086}">
      <p15:sldGuideLst>
        <p15:guide id="1" orient="horz" pos="277">
          <p15:clr>
            <a:srgbClr val="E46962"/>
          </p15:clr>
        </p15:guide>
        <p15:guide id="2" pos="236">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1 1 1">
  <p:cSld name="SECTION_HEADER_2_1_1_1">
    <p:bg>
      <p:bgPr>
        <a:solidFill>
          <a:schemeClr val="lt1"/>
        </a:solidFill>
      </p:bgPr>
    </p:bg>
    <p:spTree>
      <p:nvGrpSpPr>
        <p:cNvPr id="125" name="Shape 125"/>
        <p:cNvGrpSpPr/>
        <p:nvPr/>
      </p:nvGrpSpPr>
      <p:grpSpPr>
        <a:xfrm>
          <a:off x="0" y="0"/>
          <a:ext cx="0" cy="0"/>
          <a:chOff x="0" y="0"/>
          <a:chExt cx="0" cy="0"/>
        </a:xfrm>
      </p:grpSpPr>
      <p:sp>
        <p:nvSpPr>
          <p:cNvPr id="126" name="Google Shape;126;p25"/>
          <p:cNvSpPr/>
          <p:nvPr/>
        </p:nvSpPr>
        <p:spPr>
          <a:xfrm rot="-5400000">
            <a:off x="6047710" y="-2495966"/>
            <a:ext cx="5075700" cy="5075700"/>
          </a:xfrm>
          <a:prstGeom prst="donut">
            <a:avLst>
              <a:gd fmla="val 25000" name="adj"/>
            </a:avLst>
          </a:prstGeom>
          <a:gradFill>
            <a:gsLst>
              <a:gs pos="0">
                <a:srgbClr val="FFFFFF"/>
              </a:gs>
              <a:gs pos="100000">
                <a:srgbClr val="8BA4BE">
                  <a:alpha val="51764"/>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5"/>
          <p:cNvSpPr txBox="1"/>
          <p:nvPr>
            <p:ph idx="1" type="body"/>
          </p:nvPr>
        </p:nvSpPr>
        <p:spPr>
          <a:xfrm>
            <a:off x="607350" y="1174263"/>
            <a:ext cx="7929300" cy="3103500"/>
          </a:xfrm>
          <a:prstGeom prst="rect">
            <a:avLst/>
          </a:prstGeom>
          <a:noFill/>
          <a:ln>
            <a:noFill/>
          </a:ln>
        </p:spPr>
        <p:txBody>
          <a:bodyPr anchorCtr="0" anchor="t" bIns="91425" lIns="91425" spcFirstLastPara="1" rIns="91425" wrap="square" tIns="91425">
            <a:normAutofit/>
          </a:bodyPr>
          <a:lstStyle>
            <a:lvl1pPr indent="-304800" lvl="0" marL="457200" algn="l">
              <a:lnSpc>
                <a:spcPct val="100000"/>
              </a:lnSpc>
              <a:spcBef>
                <a:spcPts val="0"/>
              </a:spcBef>
              <a:spcAft>
                <a:spcPts val="0"/>
              </a:spcAft>
              <a:buClr>
                <a:srgbClr val="00DDD0"/>
              </a:buClr>
              <a:buSzPts val="1200"/>
              <a:buFont typeface="Montserrat Medium"/>
              <a:buChar char="●"/>
              <a:defRPr sz="1200">
                <a:latin typeface="Montserrat Medium"/>
                <a:ea typeface="Montserrat Medium"/>
                <a:cs typeface="Montserrat Medium"/>
                <a:sym typeface="Montserrat Medium"/>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cxnSp>
        <p:nvCxnSpPr>
          <p:cNvPr id="128" name="Google Shape;128;p25"/>
          <p:cNvCxnSpPr/>
          <p:nvPr/>
        </p:nvCxnSpPr>
        <p:spPr>
          <a:xfrm>
            <a:off x="337175" y="363400"/>
            <a:ext cx="383100" cy="0"/>
          </a:xfrm>
          <a:prstGeom prst="straightConnector1">
            <a:avLst/>
          </a:prstGeom>
          <a:noFill/>
          <a:ln cap="flat" cmpd="sng" w="38100">
            <a:solidFill>
              <a:srgbClr val="00CBD8"/>
            </a:solidFill>
            <a:prstDash val="solid"/>
            <a:round/>
            <a:headEnd len="sm" w="sm" type="none"/>
            <a:tailEnd len="sm" w="sm" type="none"/>
          </a:ln>
        </p:spPr>
      </p:cxnSp>
      <p:sp>
        <p:nvSpPr>
          <p:cNvPr id="129" name="Google Shape;129;p25"/>
          <p:cNvSpPr txBox="1"/>
          <p:nvPr>
            <p:ph type="title"/>
          </p:nvPr>
        </p:nvSpPr>
        <p:spPr>
          <a:xfrm>
            <a:off x="337175" y="498650"/>
            <a:ext cx="5166900" cy="5637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1pPr>
            <a:lvl2pPr lvl="1"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2pPr>
            <a:lvl3pPr lvl="2"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3pPr>
            <a:lvl4pPr lvl="3"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4pPr>
            <a:lvl5pPr lvl="4"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5pPr>
            <a:lvl6pPr lvl="5"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6pPr>
            <a:lvl7pPr lvl="6"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7pPr>
            <a:lvl8pPr lvl="7"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8pPr>
            <a:lvl9pPr lvl="8"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9pPr>
          </a:lstStyle>
          <a:p/>
        </p:txBody>
      </p:sp>
      <p:cxnSp>
        <p:nvCxnSpPr>
          <p:cNvPr id="130" name="Google Shape;130;p25"/>
          <p:cNvCxnSpPr/>
          <p:nvPr/>
        </p:nvCxnSpPr>
        <p:spPr>
          <a:xfrm>
            <a:off x="1305375" y="4749025"/>
            <a:ext cx="0" cy="129000"/>
          </a:xfrm>
          <a:prstGeom prst="straightConnector1">
            <a:avLst/>
          </a:prstGeom>
          <a:noFill/>
          <a:ln cap="flat" cmpd="sng" w="9525">
            <a:solidFill>
              <a:srgbClr val="001B39"/>
            </a:solidFill>
            <a:prstDash val="solid"/>
            <a:round/>
            <a:headEnd len="sm" w="sm" type="none"/>
            <a:tailEnd len="sm" w="sm" type="none"/>
          </a:ln>
        </p:spPr>
      </p:cxnSp>
      <p:pic>
        <p:nvPicPr>
          <p:cNvPr id="131" name="Google Shape;131;p25"/>
          <p:cNvPicPr preferRelativeResize="0"/>
          <p:nvPr/>
        </p:nvPicPr>
        <p:blipFill rotWithShape="1">
          <a:blip r:embed="rId2">
            <a:alphaModFix/>
          </a:blip>
          <a:srcRect b="0" l="-2395" r="-4523" t="0"/>
          <a:stretch/>
        </p:blipFill>
        <p:spPr>
          <a:xfrm>
            <a:off x="298000" y="4692326"/>
            <a:ext cx="938312" cy="200975"/>
          </a:xfrm>
          <a:prstGeom prst="rect">
            <a:avLst/>
          </a:prstGeom>
          <a:noFill/>
          <a:ln>
            <a:noFill/>
          </a:ln>
        </p:spPr>
      </p:pic>
      <p:sp>
        <p:nvSpPr>
          <p:cNvPr id="132" name="Google Shape;132;p25"/>
          <p:cNvSpPr txBox="1"/>
          <p:nvPr>
            <p:ph idx="2" type="title"/>
          </p:nvPr>
        </p:nvSpPr>
        <p:spPr>
          <a:xfrm>
            <a:off x="1418400" y="4727875"/>
            <a:ext cx="3840900" cy="1500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1B39"/>
              </a:buClr>
              <a:buSzPts val="1000"/>
              <a:buFont typeface="Montserrat"/>
              <a:buNone/>
              <a:defRPr sz="1000">
                <a:solidFill>
                  <a:srgbClr val="001B39"/>
                </a:solidFill>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os contacts Ringover">
  <p:cSld name="SECTION_HEADER_2_1_1">
    <p:bg>
      <p:bgPr>
        <a:solidFill>
          <a:schemeClr val="lt1"/>
        </a:solidFill>
      </p:bgPr>
    </p:bg>
    <p:spTree>
      <p:nvGrpSpPr>
        <p:cNvPr id="133" name="Shape 133"/>
        <p:cNvGrpSpPr/>
        <p:nvPr/>
      </p:nvGrpSpPr>
      <p:grpSpPr>
        <a:xfrm>
          <a:off x="0" y="0"/>
          <a:ext cx="0" cy="0"/>
          <a:chOff x="0" y="0"/>
          <a:chExt cx="0" cy="0"/>
        </a:xfrm>
      </p:grpSpPr>
      <p:sp>
        <p:nvSpPr>
          <p:cNvPr id="134" name="Google Shape;134;p26"/>
          <p:cNvSpPr/>
          <p:nvPr/>
        </p:nvSpPr>
        <p:spPr>
          <a:xfrm rot="-5400000">
            <a:off x="6047710" y="-2495966"/>
            <a:ext cx="5075700" cy="5075700"/>
          </a:xfrm>
          <a:prstGeom prst="donut">
            <a:avLst>
              <a:gd fmla="val 25000" name="adj"/>
            </a:avLst>
          </a:prstGeom>
          <a:gradFill>
            <a:gsLst>
              <a:gs pos="0">
                <a:srgbClr val="FFFFFF"/>
              </a:gs>
              <a:gs pos="100000">
                <a:srgbClr val="8BA4BE">
                  <a:alpha val="51764"/>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6"/>
          <p:cNvSpPr/>
          <p:nvPr>
            <p:ph idx="2" type="pic"/>
          </p:nvPr>
        </p:nvSpPr>
        <p:spPr>
          <a:xfrm>
            <a:off x="1782425" y="1289425"/>
            <a:ext cx="2376600" cy="2004300"/>
          </a:xfrm>
          <a:prstGeom prst="rect">
            <a:avLst/>
          </a:prstGeom>
          <a:noFill/>
          <a:ln>
            <a:noFill/>
          </a:ln>
        </p:spPr>
      </p:sp>
      <p:sp>
        <p:nvSpPr>
          <p:cNvPr id="136" name="Google Shape;136;p26"/>
          <p:cNvSpPr/>
          <p:nvPr>
            <p:ph idx="3" type="pic"/>
          </p:nvPr>
        </p:nvSpPr>
        <p:spPr>
          <a:xfrm>
            <a:off x="4984975" y="1289425"/>
            <a:ext cx="2376600" cy="2004300"/>
          </a:xfrm>
          <a:prstGeom prst="rect">
            <a:avLst/>
          </a:prstGeom>
          <a:noFill/>
          <a:ln>
            <a:noFill/>
          </a:ln>
        </p:spPr>
      </p:sp>
      <p:cxnSp>
        <p:nvCxnSpPr>
          <p:cNvPr id="137" name="Google Shape;137;p26"/>
          <p:cNvCxnSpPr/>
          <p:nvPr/>
        </p:nvCxnSpPr>
        <p:spPr>
          <a:xfrm>
            <a:off x="337175" y="363400"/>
            <a:ext cx="383100" cy="0"/>
          </a:xfrm>
          <a:prstGeom prst="straightConnector1">
            <a:avLst/>
          </a:prstGeom>
          <a:noFill/>
          <a:ln cap="flat" cmpd="sng" w="38100">
            <a:solidFill>
              <a:srgbClr val="00CBD8"/>
            </a:solidFill>
            <a:prstDash val="solid"/>
            <a:round/>
            <a:headEnd len="sm" w="sm" type="none"/>
            <a:tailEnd len="sm" w="sm" type="none"/>
          </a:ln>
        </p:spPr>
      </p:cxnSp>
      <p:sp>
        <p:nvSpPr>
          <p:cNvPr id="138" name="Google Shape;138;p26"/>
          <p:cNvSpPr txBox="1"/>
          <p:nvPr/>
        </p:nvSpPr>
        <p:spPr>
          <a:xfrm>
            <a:off x="337175" y="438900"/>
            <a:ext cx="2447700" cy="26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1B39"/>
                </a:solidFill>
                <a:latin typeface="Montserrat"/>
                <a:ea typeface="Montserrat"/>
                <a:cs typeface="Montserrat"/>
                <a:sym typeface="Montserrat"/>
              </a:rPr>
              <a:t>Vos contacts Ringover</a:t>
            </a:r>
            <a:endParaRPr b="1" i="0" sz="1600" u="none" cap="none" strike="noStrike">
              <a:solidFill>
                <a:srgbClr val="001B39"/>
              </a:solidFill>
              <a:latin typeface="Montserrat"/>
              <a:ea typeface="Montserrat"/>
              <a:cs typeface="Montserrat"/>
              <a:sym typeface="Montserrat"/>
            </a:endParaRPr>
          </a:p>
        </p:txBody>
      </p:sp>
      <p:pic>
        <p:nvPicPr>
          <p:cNvPr id="139" name="Google Shape;139;p26"/>
          <p:cNvPicPr preferRelativeResize="0"/>
          <p:nvPr/>
        </p:nvPicPr>
        <p:blipFill rotWithShape="1">
          <a:blip r:embed="rId2">
            <a:alphaModFix/>
          </a:blip>
          <a:srcRect b="0" l="-2395" r="-4523" t="0"/>
          <a:stretch/>
        </p:blipFill>
        <p:spPr>
          <a:xfrm>
            <a:off x="298000" y="4692326"/>
            <a:ext cx="938312" cy="200975"/>
          </a:xfrm>
          <a:prstGeom prst="rect">
            <a:avLst/>
          </a:prstGeom>
          <a:noFill/>
          <a:ln>
            <a:noFill/>
          </a:ln>
        </p:spPr>
      </p:pic>
      <p:sp>
        <p:nvSpPr>
          <p:cNvPr id="140" name="Google Shape;140;p26"/>
          <p:cNvSpPr txBox="1"/>
          <p:nvPr>
            <p:ph type="title"/>
          </p:nvPr>
        </p:nvSpPr>
        <p:spPr>
          <a:xfrm>
            <a:off x="1418400" y="4727875"/>
            <a:ext cx="3840900" cy="1500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1B39"/>
              </a:buClr>
              <a:buSzPts val="1000"/>
              <a:buFont typeface="Montserrat"/>
              <a:buNone/>
              <a:defRPr sz="1000">
                <a:solidFill>
                  <a:srgbClr val="001B39"/>
                </a:solidFill>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loc Dark Blue">
  <p:cSld name="SECTION_HEADER_3">
    <p:bg>
      <p:bgPr>
        <a:solidFill>
          <a:schemeClr val="lt1"/>
        </a:solidFill>
      </p:bgPr>
    </p:bg>
    <p:spTree>
      <p:nvGrpSpPr>
        <p:cNvPr id="141" name="Shape 141"/>
        <p:cNvGrpSpPr/>
        <p:nvPr/>
      </p:nvGrpSpPr>
      <p:grpSpPr>
        <a:xfrm>
          <a:off x="0" y="0"/>
          <a:ext cx="0" cy="0"/>
          <a:chOff x="0" y="0"/>
          <a:chExt cx="0" cy="0"/>
        </a:xfrm>
      </p:grpSpPr>
      <p:sp>
        <p:nvSpPr>
          <p:cNvPr id="142" name="Google Shape;142;p27"/>
          <p:cNvSpPr/>
          <p:nvPr/>
        </p:nvSpPr>
        <p:spPr>
          <a:xfrm rot="-5400000">
            <a:off x="6047710" y="-2495966"/>
            <a:ext cx="5075700" cy="5075700"/>
          </a:xfrm>
          <a:prstGeom prst="donut">
            <a:avLst>
              <a:gd fmla="val 25000" name="adj"/>
            </a:avLst>
          </a:prstGeom>
          <a:gradFill>
            <a:gsLst>
              <a:gs pos="0">
                <a:srgbClr val="FFFFFF"/>
              </a:gs>
              <a:gs pos="100000">
                <a:srgbClr val="8BA4BE">
                  <a:alpha val="51764"/>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7"/>
          <p:cNvSpPr/>
          <p:nvPr/>
        </p:nvSpPr>
        <p:spPr>
          <a:xfrm>
            <a:off x="-115975" y="2842050"/>
            <a:ext cx="9368400" cy="2370600"/>
          </a:xfrm>
          <a:prstGeom prst="rect">
            <a:avLst/>
          </a:prstGeom>
          <a:gradFill>
            <a:gsLst>
              <a:gs pos="0">
                <a:srgbClr val="001B39"/>
              </a:gs>
              <a:gs pos="50000">
                <a:srgbClr val="0A2D5A"/>
              </a:gs>
              <a:gs pos="100000">
                <a:srgbClr val="00CBD8"/>
              </a:gs>
            </a:gsLst>
            <a:lin ang="189007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44" name="Google Shape;144;p27"/>
          <p:cNvSpPr txBox="1"/>
          <p:nvPr>
            <p:ph type="ctrTitle"/>
          </p:nvPr>
        </p:nvSpPr>
        <p:spPr>
          <a:xfrm>
            <a:off x="4677800" y="950025"/>
            <a:ext cx="3989400" cy="1283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6"/>
              </a:buClr>
              <a:buSzPts val="2000"/>
              <a:buFont typeface="Montserrat"/>
              <a:buNone/>
              <a:defRPr sz="2000">
                <a:solidFill>
                  <a:schemeClr val="accent6"/>
                </a:solidFill>
                <a:latin typeface="Montserrat"/>
                <a:ea typeface="Montserrat"/>
                <a:cs typeface="Montserrat"/>
                <a:sym typeface="Montserrat"/>
              </a:defRPr>
            </a:lvl1pPr>
            <a:lvl2pPr lvl="1" algn="ctr">
              <a:lnSpc>
                <a:spcPct val="100000"/>
              </a:lnSpc>
              <a:spcBef>
                <a:spcPts val="0"/>
              </a:spcBef>
              <a:spcAft>
                <a:spcPts val="0"/>
              </a:spcAft>
              <a:buClr>
                <a:schemeClr val="accent6"/>
              </a:buClr>
              <a:buSzPts val="2000"/>
              <a:buFont typeface="Montserrat"/>
              <a:buNone/>
              <a:defRPr sz="2000">
                <a:solidFill>
                  <a:schemeClr val="accent6"/>
                </a:solidFill>
                <a:latin typeface="Montserrat"/>
                <a:ea typeface="Montserrat"/>
                <a:cs typeface="Montserrat"/>
                <a:sym typeface="Montserrat"/>
              </a:defRPr>
            </a:lvl2pPr>
            <a:lvl3pPr lvl="2" algn="ctr">
              <a:lnSpc>
                <a:spcPct val="100000"/>
              </a:lnSpc>
              <a:spcBef>
                <a:spcPts val="0"/>
              </a:spcBef>
              <a:spcAft>
                <a:spcPts val="0"/>
              </a:spcAft>
              <a:buClr>
                <a:schemeClr val="accent6"/>
              </a:buClr>
              <a:buSzPts val="2000"/>
              <a:buFont typeface="Montserrat"/>
              <a:buNone/>
              <a:defRPr sz="2000">
                <a:solidFill>
                  <a:schemeClr val="accent6"/>
                </a:solidFill>
                <a:latin typeface="Montserrat"/>
                <a:ea typeface="Montserrat"/>
                <a:cs typeface="Montserrat"/>
                <a:sym typeface="Montserrat"/>
              </a:defRPr>
            </a:lvl3pPr>
            <a:lvl4pPr lvl="3" algn="ctr">
              <a:lnSpc>
                <a:spcPct val="100000"/>
              </a:lnSpc>
              <a:spcBef>
                <a:spcPts val="0"/>
              </a:spcBef>
              <a:spcAft>
                <a:spcPts val="0"/>
              </a:spcAft>
              <a:buClr>
                <a:schemeClr val="accent6"/>
              </a:buClr>
              <a:buSzPts val="2000"/>
              <a:buFont typeface="Montserrat"/>
              <a:buNone/>
              <a:defRPr sz="2000">
                <a:solidFill>
                  <a:schemeClr val="accent6"/>
                </a:solidFill>
                <a:latin typeface="Montserrat"/>
                <a:ea typeface="Montserrat"/>
                <a:cs typeface="Montserrat"/>
                <a:sym typeface="Montserrat"/>
              </a:defRPr>
            </a:lvl4pPr>
            <a:lvl5pPr lvl="4" algn="ctr">
              <a:lnSpc>
                <a:spcPct val="100000"/>
              </a:lnSpc>
              <a:spcBef>
                <a:spcPts val="0"/>
              </a:spcBef>
              <a:spcAft>
                <a:spcPts val="0"/>
              </a:spcAft>
              <a:buClr>
                <a:schemeClr val="accent6"/>
              </a:buClr>
              <a:buSzPts val="2000"/>
              <a:buFont typeface="Montserrat"/>
              <a:buNone/>
              <a:defRPr sz="2000">
                <a:solidFill>
                  <a:schemeClr val="accent6"/>
                </a:solidFill>
                <a:latin typeface="Montserrat"/>
                <a:ea typeface="Montserrat"/>
                <a:cs typeface="Montserrat"/>
                <a:sym typeface="Montserrat"/>
              </a:defRPr>
            </a:lvl5pPr>
            <a:lvl6pPr lvl="5" algn="ctr">
              <a:lnSpc>
                <a:spcPct val="100000"/>
              </a:lnSpc>
              <a:spcBef>
                <a:spcPts val="0"/>
              </a:spcBef>
              <a:spcAft>
                <a:spcPts val="0"/>
              </a:spcAft>
              <a:buClr>
                <a:schemeClr val="accent6"/>
              </a:buClr>
              <a:buSzPts val="2000"/>
              <a:buFont typeface="Montserrat"/>
              <a:buNone/>
              <a:defRPr sz="2000">
                <a:solidFill>
                  <a:schemeClr val="accent6"/>
                </a:solidFill>
                <a:latin typeface="Montserrat"/>
                <a:ea typeface="Montserrat"/>
                <a:cs typeface="Montserrat"/>
                <a:sym typeface="Montserrat"/>
              </a:defRPr>
            </a:lvl6pPr>
            <a:lvl7pPr lvl="6" algn="ctr">
              <a:lnSpc>
                <a:spcPct val="100000"/>
              </a:lnSpc>
              <a:spcBef>
                <a:spcPts val="0"/>
              </a:spcBef>
              <a:spcAft>
                <a:spcPts val="0"/>
              </a:spcAft>
              <a:buClr>
                <a:schemeClr val="accent6"/>
              </a:buClr>
              <a:buSzPts val="2000"/>
              <a:buFont typeface="Montserrat"/>
              <a:buNone/>
              <a:defRPr sz="2000">
                <a:solidFill>
                  <a:schemeClr val="accent6"/>
                </a:solidFill>
                <a:latin typeface="Montserrat"/>
                <a:ea typeface="Montserrat"/>
                <a:cs typeface="Montserrat"/>
                <a:sym typeface="Montserrat"/>
              </a:defRPr>
            </a:lvl7pPr>
            <a:lvl8pPr lvl="7" algn="ctr">
              <a:lnSpc>
                <a:spcPct val="100000"/>
              </a:lnSpc>
              <a:spcBef>
                <a:spcPts val="0"/>
              </a:spcBef>
              <a:spcAft>
                <a:spcPts val="0"/>
              </a:spcAft>
              <a:buClr>
                <a:schemeClr val="accent6"/>
              </a:buClr>
              <a:buSzPts val="2000"/>
              <a:buFont typeface="Montserrat"/>
              <a:buNone/>
              <a:defRPr sz="2000">
                <a:solidFill>
                  <a:schemeClr val="accent6"/>
                </a:solidFill>
                <a:latin typeface="Montserrat"/>
                <a:ea typeface="Montserrat"/>
                <a:cs typeface="Montserrat"/>
                <a:sym typeface="Montserrat"/>
              </a:defRPr>
            </a:lvl8pPr>
            <a:lvl9pPr lvl="8" algn="ctr">
              <a:lnSpc>
                <a:spcPct val="100000"/>
              </a:lnSpc>
              <a:spcBef>
                <a:spcPts val="0"/>
              </a:spcBef>
              <a:spcAft>
                <a:spcPts val="0"/>
              </a:spcAft>
              <a:buClr>
                <a:schemeClr val="accent6"/>
              </a:buClr>
              <a:buSzPts val="2000"/>
              <a:buFont typeface="Montserrat"/>
              <a:buNone/>
              <a:defRPr sz="2000">
                <a:solidFill>
                  <a:schemeClr val="accent6"/>
                </a:solidFill>
                <a:latin typeface="Montserrat"/>
                <a:ea typeface="Montserrat"/>
                <a:cs typeface="Montserrat"/>
                <a:sym typeface="Montserrat"/>
              </a:defRPr>
            </a:lvl9pPr>
          </a:lstStyle>
          <a:p/>
        </p:txBody>
      </p:sp>
      <p:sp>
        <p:nvSpPr>
          <p:cNvPr id="145" name="Google Shape;145;p27"/>
          <p:cNvSpPr/>
          <p:nvPr/>
        </p:nvSpPr>
        <p:spPr>
          <a:xfrm>
            <a:off x="374200" y="871625"/>
            <a:ext cx="8409000" cy="3627000"/>
          </a:xfrm>
          <a:prstGeom prst="roundRect">
            <a:avLst>
              <a:gd fmla="val 4233" name="adj"/>
            </a:avLst>
          </a:prstGeom>
          <a:solidFill>
            <a:schemeClr val="lt1"/>
          </a:solidFill>
          <a:ln>
            <a:noFill/>
          </a:ln>
          <a:effectLst>
            <a:outerShdw blurRad="171450" rotWithShape="0" algn="bl" dir="5400000" dist="19050">
              <a:srgbClr val="434343">
                <a:alpha val="1058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46" name="Google Shape;146;p27"/>
          <p:cNvSpPr txBox="1"/>
          <p:nvPr>
            <p:ph idx="1" type="body"/>
          </p:nvPr>
        </p:nvSpPr>
        <p:spPr>
          <a:xfrm>
            <a:off x="607350" y="1062350"/>
            <a:ext cx="7929300" cy="3215400"/>
          </a:xfrm>
          <a:prstGeom prst="rect">
            <a:avLst/>
          </a:prstGeom>
          <a:noFill/>
          <a:ln>
            <a:noFill/>
          </a:ln>
        </p:spPr>
        <p:txBody>
          <a:bodyPr anchorCtr="0" anchor="t" bIns="91425" lIns="91425" spcFirstLastPara="1" rIns="91425" wrap="square" tIns="91425">
            <a:normAutofit/>
          </a:bodyPr>
          <a:lstStyle>
            <a:lvl1pPr indent="-304800" lvl="0" marL="457200" algn="l">
              <a:lnSpc>
                <a:spcPct val="100000"/>
              </a:lnSpc>
              <a:spcBef>
                <a:spcPts val="0"/>
              </a:spcBef>
              <a:spcAft>
                <a:spcPts val="0"/>
              </a:spcAft>
              <a:buClr>
                <a:srgbClr val="00CBD8"/>
              </a:buClr>
              <a:buSzPts val="1200"/>
              <a:buFont typeface="Montserrat Medium"/>
              <a:buChar char="●"/>
              <a:defRPr sz="1200">
                <a:latin typeface="Montserrat Medium"/>
                <a:ea typeface="Montserrat Medium"/>
                <a:cs typeface="Montserrat Medium"/>
                <a:sym typeface="Montserrat Medium"/>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cxnSp>
        <p:nvCxnSpPr>
          <p:cNvPr id="147" name="Google Shape;147;p27"/>
          <p:cNvCxnSpPr/>
          <p:nvPr/>
        </p:nvCxnSpPr>
        <p:spPr>
          <a:xfrm>
            <a:off x="1305375" y="4749025"/>
            <a:ext cx="0" cy="129000"/>
          </a:xfrm>
          <a:prstGeom prst="straightConnector1">
            <a:avLst/>
          </a:prstGeom>
          <a:noFill/>
          <a:ln cap="flat" cmpd="sng" w="9525">
            <a:solidFill>
              <a:schemeClr val="lt1"/>
            </a:solidFill>
            <a:prstDash val="solid"/>
            <a:round/>
            <a:headEnd len="sm" w="sm" type="none"/>
            <a:tailEnd len="sm" w="sm" type="none"/>
          </a:ln>
        </p:spPr>
      </p:cxnSp>
      <p:pic>
        <p:nvPicPr>
          <p:cNvPr id="148" name="Google Shape;148;p27"/>
          <p:cNvPicPr preferRelativeResize="0"/>
          <p:nvPr/>
        </p:nvPicPr>
        <p:blipFill rotWithShape="1">
          <a:blip r:embed="rId2">
            <a:alphaModFix/>
          </a:blip>
          <a:srcRect b="-3241" l="-3983" r="0" t="10"/>
          <a:stretch/>
        </p:blipFill>
        <p:spPr>
          <a:xfrm>
            <a:off x="260600" y="4685375"/>
            <a:ext cx="975698" cy="221825"/>
          </a:xfrm>
          <a:prstGeom prst="rect">
            <a:avLst/>
          </a:prstGeom>
          <a:noFill/>
          <a:ln>
            <a:noFill/>
          </a:ln>
        </p:spPr>
      </p:pic>
      <p:sp>
        <p:nvSpPr>
          <p:cNvPr id="149" name="Google Shape;149;p27"/>
          <p:cNvSpPr txBox="1"/>
          <p:nvPr>
            <p:ph idx="2" type="title"/>
          </p:nvPr>
        </p:nvSpPr>
        <p:spPr>
          <a:xfrm>
            <a:off x="1418400" y="4727875"/>
            <a:ext cx="3840900" cy="1500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2pPr>
            <a:lvl3pPr lvl="2"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3pPr>
            <a:lvl4pPr lvl="3"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4pPr>
            <a:lvl5pPr lvl="4"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5pPr>
            <a:lvl6pPr lvl="5"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6pPr>
            <a:lvl7pPr lvl="6"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7pPr>
            <a:lvl8pPr lvl="7"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8pPr>
            <a:lvl9pPr lvl="8"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9pPr>
          </a:lstStyle>
          <a:p/>
        </p:txBody>
      </p:sp>
      <p:cxnSp>
        <p:nvCxnSpPr>
          <p:cNvPr id="150" name="Google Shape;150;p27"/>
          <p:cNvCxnSpPr/>
          <p:nvPr/>
        </p:nvCxnSpPr>
        <p:spPr>
          <a:xfrm>
            <a:off x="337175" y="363400"/>
            <a:ext cx="383100" cy="0"/>
          </a:xfrm>
          <a:prstGeom prst="straightConnector1">
            <a:avLst/>
          </a:prstGeom>
          <a:noFill/>
          <a:ln cap="flat" cmpd="sng" w="38100">
            <a:solidFill>
              <a:srgbClr val="00CBD8"/>
            </a:solidFill>
            <a:prstDash val="solid"/>
            <a:round/>
            <a:headEnd len="sm" w="sm" type="none"/>
            <a:tailEnd len="sm" w="sm" type="none"/>
          </a:ln>
        </p:spPr>
      </p:cxnSp>
      <p:sp>
        <p:nvSpPr>
          <p:cNvPr id="151" name="Google Shape;151;p27"/>
          <p:cNvSpPr txBox="1"/>
          <p:nvPr>
            <p:ph idx="3" type="title"/>
          </p:nvPr>
        </p:nvSpPr>
        <p:spPr>
          <a:xfrm>
            <a:off x="337175" y="498650"/>
            <a:ext cx="5166900" cy="5637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1pPr>
            <a:lvl2pPr lvl="1"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2pPr>
            <a:lvl3pPr lvl="2"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3pPr>
            <a:lvl4pPr lvl="3"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4pPr>
            <a:lvl5pPr lvl="4"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5pPr>
            <a:lvl6pPr lvl="5"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6pPr>
            <a:lvl7pPr lvl="6"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7pPr>
            <a:lvl8pPr lvl="7"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8pPr>
            <a:lvl9pPr lvl="8"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loc Dark Blue 1">
  <p:cSld name="SECTION_HEADER_3_1">
    <p:bg>
      <p:bgPr>
        <a:solidFill>
          <a:schemeClr val="lt1"/>
        </a:solidFill>
      </p:bgPr>
    </p:bg>
    <p:spTree>
      <p:nvGrpSpPr>
        <p:cNvPr id="152" name="Shape 152"/>
        <p:cNvGrpSpPr/>
        <p:nvPr/>
      </p:nvGrpSpPr>
      <p:grpSpPr>
        <a:xfrm>
          <a:off x="0" y="0"/>
          <a:ext cx="0" cy="0"/>
          <a:chOff x="0" y="0"/>
          <a:chExt cx="0" cy="0"/>
        </a:xfrm>
      </p:grpSpPr>
      <p:sp>
        <p:nvSpPr>
          <p:cNvPr id="153" name="Google Shape;153;p28"/>
          <p:cNvSpPr/>
          <p:nvPr/>
        </p:nvSpPr>
        <p:spPr>
          <a:xfrm rot="-5400000">
            <a:off x="6047710" y="-2495966"/>
            <a:ext cx="5075700" cy="5075700"/>
          </a:xfrm>
          <a:prstGeom prst="donut">
            <a:avLst>
              <a:gd fmla="val 25000" name="adj"/>
            </a:avLst>
          </a:prstGeom>
          <a:gradFill>
            <a:gsLst>
              <a:gs pos="0">
                <a:srgbClr val="FFFFFF"/>
              </a:gs>
              <a:gs pos="100000">
                <a:srgbClr val="8BA4BE">
                  <a:alpha val="51764"/>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28"/>
          <p:cNvSpPr/>
          <p:nvPr/>
        </p:nvSpPr>
        <p:spPr>
          <a:xfrm>
            <a:off x="-115975" y="2842050"/>
            <a:ext cx="9368400" cy="2370600"/>
          </a:xfrm>
          <a:prstGeom prst="rect">
            <a:avLst/>
          </a:prstGeom>
          <a:gradFill>
            <a:gsLst>
              <a:gs pos="0">
                <a:srgbClr val="001B39"/>
              </a:gs>
              <a:gs pos="50000">
                <a:srgbClr val="0A2D5A"/>
              </a:gs>
              <a:gs pos="100000">
                <a:srgbClr val="00CBD8"/>
              </a:gs>
            </a:gsLst>
            <a:lin ang="189007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cxnSp>
        <p:nvCxnSpPr>
          <p:cNvPr id="155" name="Google Shape;155;p28"/>
          <p:cNvCxnSpPr/>
          <p:nvPr/>
        </p:nvCxnSpPr>
        <p:spPr>
          <a:xfrm>
            <a:off x="1305375" y="4749025"/>
            <a:ext cx="0" cy="129000"/>
          </a:xfrm>
          <a:prstGeom prst="straightConnector1">
            <a:avLst/>
          </a:prstGeom>
          <a:noFill/>
          <a:ln cap="flat" cmpd="sng" w="9525">
            <a:solidFill>
              <a:schemeClr val="lt1"/>
            </a:solidFill>
            <a:prstDash val="solid"/>
            <a:round/>
            <a:headEnd len="sm" w="sm" type="none"/>
            <a:tailEnd len="sm" w="sm" type="none"/>
          </a:ln>
        </p:spPr>
      </p:cxnSp>
      <p:sp>
        <p:nvSpPr>
          <p:cNvPr id="156" name="Google Shape;156;p28"/>
          <p:cNvSpPr txBox="1"/>
          <p:nvPr>
            <p:ph type="title"/>
          </p:nvPr>
        </p:nvSpPr>
        <p:spPr>
          <a:xfrm>
            <a:off x="1418400" y="4727875"/>
            <a:ext cx="3840900" cy="1500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2pPr>
            <a:lvl3pPr lvl="2"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3pPr>
            <a:lvl4pPr lvl="3"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4pPr>
            <a:lvl5pPr lvl="4"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5pPr>
            <a:lvl6pPr lvl="5"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6pPr>
            <a:lvl7pPr lvl="6"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7pPr>
            <a:lvl8pPr lvl="7"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8pPr>
            <a:lvl9pPr lvl="8"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9pPr>
          </a:lstStyle>
          <a:p/>
        </p:txBody>
      </p:sp>
      <p:cxnSp>
        <p:nvCxnSpPr>
          <p:cNvPr id="157" name="Google Shape;157;p28"/>
          <p:cNvCxnSpPr/>
          <p:nvPr/>
        </p:nvCxnSpPr>
        <p:spPr>
          <a:xfrm>
            <a:off x="337175" y="363400"/>
            <a:ext cx="383100" cy="0"/>
          </a:xfrm>
          <a:prstGeom prst="straightConnector1">
            <a:avLst/>
          </a:prstGeom>
          <a:noFill/>
          <a:ln cap="flat" cmpd="sng" w="38100">
            <a:solidFill>
              <a:srgbClr val="00CBD8"/>
            </a:solidFill>
            <a:prstDash val="solid"/>
            <a:round/>
            <a:headEnd len="sm" w="sm" type="none"/>
            <a:tailEnd len="sm" w="sm" type="none"/>
          </a:ln>
        </p:spPr>
      </p:cxnSp>
      <p:sp>
        <p:nvSpPr>
          <p:cNvPr id="158" name="Google Shape;158;p28"/>
          <p:cNvSpPr txBox="1"/>
          <p:nvPr>
            <p:ph idx="2" type="title"/>
          </p:nvPr>
        </p:nvSpPr>
        <p:spPr>
          <a:xfrm>
            <a:off x="337175" y="498650"/>
            <a:ext cx="5166900" cy="5637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1pPr>
            <a:lvl2pPr lvl="1"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2pPr>
            <a:lvl3pPr lvl="2"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3pPr>
            <a:lvl4pPr lvl="3"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4pPr>
            <a:lvl5pPr lvl="4"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5pPr>
            <a:lvl6pPr lvl="5"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6pPr>
            <a:lvl7pPr lvl="6"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7pPr>
            <a:lvl8pPr lvl="7"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8pPr>
            <a:lvl9pPr lvl="8"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9pPr>
          </a:lstStyle>
          <a:p/>
        </p:txBody>
      </p:sp>
      <p:pic>
        <p:nvPicPr>
          <p:cNvPr id="159" name="Google Shape;159;p28"/>
          <p:cNvPicPr preferRelativeResize="0"/>
          <p:nvPr/>
        </p:nvPicPr>
        <p:blipFill rotWithShape="1">
          <a:blip r:embed="rId2">
            <a:alphaModFix/>
          </a:blip>
          <a:srcRect b="-3241" l="-3983" r="0" t="10"/>
          <a:stretch/>
        </p:blipFill>
        <p:spPr>
          <a:xfrm>
            <a:off x="260600" y="4685375"/>
            <a:ext cx="975698" cy="22182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loc Dark Blue 1 1">
  <p:cSld name="SECTION_HEADER_3_1_1">
    <p:bg>
      <p:bgPr>
        <a:solidFill>
          <a:schemeClr val="lt1"/>
        </a:solidFill>
      </p:bgPr>
    </p:bg>
    <p:spTree>
      <p:nvGrpSpPr>
        <p:cNvPr id="160" name="Shape 160"/>
        <p:cNvGrpSpPr/>
        <p:nvPr/>
      </p:nvGrpSpPr>
      <p:grpSpPr>
        <a:xfrm>
          <a:off x="0" y="0"/>
          <a:ext cx="0" cy="0"/>
          <a:chOff x="0" y="0"/>
          <a:chExt cx="0" cy="0"/>
        </a:xfrm>
      </p:grpSpPr>
      <p:sp>
        <p:nvSpPr>
          <p:cNvPr id="161" name="Google Shape;161;p29"/>
          <p:cNvSpPr/>
          <p:nvPr/>
        </p:nvSpPr>
        <p:spPr>
          <a:xfrm rot="-5400000">
            <a:off x="6047710" y="-2495966"/>
            <a:ext cx="5075700" cy="5075700"/>
          </a:xfrm>
          <a:prstGeom prst="donut">
            <a:avLst>
              <a:gd fmla="val 25000" name="adj"/>
            </a:avLst>
          </a:prstGeom>
          <a:gradFill>
            <a:gsLst>
              <a:gs pos="0">
                <a:srgbClr val="FFFFFF"/>
              </a:gs>
              <a:gs pos="100000">
                <a:srgbClr val="8BA4BE">
                  <a:alpha val="51764"/>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9"/>
          <p:cNvSpPr/>
          <p:nvPr/>
        </p:nvSpPr>
        <p:spPr>
          <a:xfrm>
            <a:off x="-115975" y="2842050"/>
            <a:ext cx="9368400" cy="2370600"/>
          </a:xfrm>
          <a:prstGeom prst="rect">
            <a:avLst/>
          </a:prstGeom>
          <a:gradFill>
            <a:gsLst>
              <a:gs pos="0">
                <a:srgbClr val="001B39"/>
              </a:gs>
              <a:gs pos="50000">
                <a:srgbClr val="0A2D5A"/>
              </a:gs>
              <a:gs pos="100000">
                <a:srgbClr val="00CBD8"/>
              </a:gs>
            </a:gsLst>
            <a:lin ang="189007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cxnSp>
        <p:nvCxnSpPr>
          <p:cNvPr id="163" name="Google Shape;163;p29"/>
          <p:cNvCxnSpPr/>
          <p:nvPr/>
        </p:nvCxnSpPr>
        <p:spPr>
          <a:xfrm>
            <a:off x="374200" y="326375"/>
            <a:ext cx="383100" cy="0"/>
          </a:xfrm>
          <a:prstGeom prst="straightConnector1">
            <a:avLst/>
          </a:prstGeom>
          <a:noFill/>
          <a:ln cap="flat" cmpd="sng" w="28575">
            <a:solidFill>
              <a:srgbClr val="00CBD8"/>
            </a:solidFill>
            <a:prstDash val="solid"/>
            <a:round/>
            <a:headEnd len="sm" w="sm" type="none"/>
            <a:tailEnd len="sm" w="sm" type="none"/>
          </a:ln>
        </p:spPr>
      </p:cxnSp>
      <p:sp>
        <p:nvSpPr>
          <p:cNvPr id="164" name="Google Shape;164;p29"/>
          <p:cNvSpPr txBox="1"/>
          <p:nvPr>
            <p:ph type="title"/>
          </p:nvPr>
        </p:nvSpPr>
        <p:spPr>
          <a:xfrm>
            <a:off x="374200" y="425000"/>
            <a:ext cx="5166900" cy="4032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1pPr>
            <a:lvl2pPr lvl="1"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2pPr>
            <a:lvl3pPr lvl="2"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3pPr>
            <a:lvl4pPr lvl="3"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4pPr>
            <a:lvl5pPr lvl="4"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5pPr>
            <a:lvl6pPr lvl="5"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6pPr>
            <a:lvl7pPr lvl="6"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7pPr>
            <a:lvl8pPr lvl="7"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8pPr>
            <a:lvl9pPr lvl="8"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9pPr>
          </a:lstStyle>
          <a:p/>
        </p:txBody>
      </p:sp>
      <p:sp>
        <p:nvSpPr>
          <p:cNvPr id="165" name="Google Shape;165;p29"/>
          <p:cNvSpPr/>
          <p:nvPr/>
        </p:nvSpPr>
        <p:spPr>
          <a:xfrm>
            <a:off x="352225" y="1886775"/>
            <a:ext cx="4056600" cy="2577000"/>
          </a:xfrm>
          <a:prstGeom prst="roundRect">
            <a:avLst>
              <a:gd fmla="val 3842" name="adj"/>
            </a:avLst>
          </a:prstGeom>
          <a:solidFill>
            <a:schemeClr val="lt1"/>
          </a:solidFill>
          <a:ln>
            <a:noFill/>
          </a:ln>
          <a:effectLst>
            <a:outerShdw blurRad="171450" rotWithShape="0" algn="bl" dir="5400000" dist="19050">
              <a:srgbClr val="434343">
                <a:alpha val="1058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66" name="Google Shape;166;p29"/>
          <p:cNvSpPr/>
          <p:nvPr/>
        </p:nvSpPr>
        <p:spPr>
          <a:xfrm>
            <a:off x="4735200" y="1448600"/>
            <a:ext cx="4056600" cy="3015300"/>
          </a:xfrm>
          <a:prstGeom prst="roundRect">
            <a:avLst>
              <a:gd fmla="val 4308" name="adj"/>
            </a:avLst>
          </a:prstGeom>
          <a:solidFill>
            <a:schemeClr val="lt1"/>
          </a:solidFill>
          <a:ln>
            <a:noFill/>
          </a:ln>
          <a:effectLst>
            <a:outerShdw blurRad="171450" rotWithShape="0" algn="bl" dir="5400000" dist="19050">
              <a:srgbClr val="434343">
                <a:alpha val="1058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67" name="Google Shape;167;p29"/>
          <p:cNvSpPr/>
          <p:nvPr/>
        </p:nvSpPr>
        <p:spPr>
          <a:xfrm>
            <a:off x="352225" y="1355900"/>
            <a:ext cx="4056600" cy="403200"/>
          </a:xfrm>
          <a:prstGeom prst="roundRect">
            <a:avLst>
              <a:gd fmla="val 28435" name="adj"/>
            </a:avLst>
          </a:prstGeom>
          <a:solidFill>
            <a:srgbClr val="00CBD8"/>
          </a:solidFill>
          <a:ln>
            <a:noFill/>
          </a:ln>
          <a:effectLst>
            <a:outerShdw blurRad="171450" rotWithShape="0" algn="bl" dir="5400000" dist="19050">
              <a:srgbClr val="434343">
                <a:alpha val="1058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68" name="Google Shape;168;p29"/>
          <p:cNvSpPr/>
          <p:nvPr/>
        </p:nvSpPr>
        <p:spPr>
          <a:xfrm>
            <a:off x="4735200" y="936800"/>
            <a:ext cx="4056600" cy="403200"/>
          </a:xfrm>
          <a:prstGeom prst="roundRect">
            <a:avLst>
              <a:gd fmla="val 25893" name="adj"/>
            </a:avLst>
          </a:prstGeom>
          <a:solidFill>
            <a:srgbClr val="00CBD8"/>
          </a:solidFill>
          <a:ln>
            <a:noFill/>
          </a:ln>
          <a:effectLst>
            <a:outerShdw blurRad="171450" rotWithShape="0" algn="bl" dir="5400000" dist="19050">
              <a:srgbClr val="434343">
                <a:alpha val="1058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69" name="Google Shape;169;p29"/>
          <p:cNvSpPr txBox="1"/>
          <p:nvPr>
            <p:ph idx="1" type="body"/>
          </p:nvPr>
        </p:nvSpPr>
        <p:spPr>
          <a:xfrm>
            <a:off x="345125" y="2019325"/>
            <a:ext cx="3849000" cy="23706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Clr>
                <a:srgbClr val="00CBD8"/>
              </a:buClr>
              <a:buSzPts val="1200"/>
              <a:buFont typeface="Montserrat Medium"/>
              <a:buChar char="●"/>
              <a:defRPr sz="1200">
                <a:solidFill>
                  <a:srgbClr val="001B39"/>
                </a:solidFill>
                <a:latin typeface="Montserrat Medium"/>
                <a:ea typeface="Montserrat Medium"/>
                <a:cs typeface="Montserrat Medium"/>
                <a:sym typeface="Montserrat Medium"/>
              </a:defRPr>
            </a:lvl1pPr>
            <a:lvl2pPr indent="-298450" lvl="1" marL="914400" algn="l">
              <a:lnSpc>
                <a:spcPct val="115000"/>
              </a:lnSpc>
              <a:spcBef>
                <a:spcPts val="0"/>
              </a:spcBef>
              <a:spcAft>
                <a:spcPts val="0"/>
              </a:spcAft>
              <a:buClr>
                <a:srgbClr val="00CBD8"/>
              </a:buClr>
              <a:buSzPts val="1100"/>
              <a:buFont typeface="Montserrat Medium"/>
              <a:buChar char="○"/>
              <a:defRPr sz="1100">
                <a:solidFill>
                  <a:srgbClr val="001B39"/>
                </a:solidFill>
                <a:latin typeface="Montserrat Medium"/>
                <a:ea typeface="Montserrat Medium"/>
                <a:cs typeface="Montserrat Medium"/>
                <a:sym typeface="Montserrat Medium"/>
              </a:defRPr>
            </a:lvl2pPr>
            <a:lvl3pPr indent="-298450" lvl="2" marL="1371600" algn="l">
              <a:lnSpc>
                <a:spcPct val="115000"/>
              </a:lnSpc>
              <a:spcBef>
                <a:spcPts val="0"/>
              </a:spcBef>
              <a:spcAft>
                <a:spcPts val="0"/>
              </a:spcAft>
              <a:buClr>
                <a:srgbClr val="00CBD8"/>
              </a:buClr>
              <a:buSzPts val="1100"/>
              <a:buFont typeface="Montserrat Medium"/>
              <a:buChar char="■"/>
              <a:defRPr sz="1100">
                <a:solidFill>
                  <a:srgbClr val="001B39"/>
                </a:solidFill>
                <a:latin typeface="Montserrat Medium"/>
                <a:ea typeface="Montserrat Medium"/>
                <a:cs typeface="Montserrat Medium"/>
                <a:sym typeface="Montserrat Medium"/>
              </a:defRPr>
            </a:lvl3pPr>
            <a:lvl4pPr indent="-298450" lvl="3" marL="18288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4pPr>
            <a:lvl5pPr indent="-298450" lvl="4" marL="22860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5pPr>
            <a:lvl6pPr indent="-298450" lvl="5" marL="27432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6pPr>
            <a:lvl7pPr indent="-298450" lvl="6" marL="32004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7pPr>
            <a:lvl8pPr indent="-298450" lvl="7" marL="36576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8pPr>
            <a:lvl9pPr indent="-298450" lvl="8" marL="41148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9pPr>
          </a:lstStyle>
          <a:p/>
        </p:txBody>
      </p:sp>
      <p:sp>
        <p:nvSpPr>
          <p:cNvPr id="170" name="Google Shape;170;p29"/>
          <p:cNvSpPr txBox="1"/>
          <p:nvPr>
            <p:ph idx="2" type="body"/>
          </p:nvPr>
        </p:nvSpPr>
        <p:spPr>
          <a:xfrm>
            <a:off x="4896550" y="2019325"/>
            <a:ext cx="3715200" cy="23706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Clr>
                <a:srgbClr val="00CBD8"/>
              </a:buClr>
              <a:buSzPts val="1200"/>
              <a:buFont typeface="Montserrat Medium"/>
              <a:buChar char="●"/>
              <a:defRPr sz="1200">
                <a:solidFill>
                  <a:srgbClr val="001B39"/>
                </a:solidFill>
                <a:latin typeface="Montserrat Medium"/>
                <a:ea typeface="Montserrat Medium"/>
                <a:cs typeface="Montserrat Medium"/>
                <a:sym typeface="Montserrat Medium"/>
              </a:defRPr>
            </a:lvl1pPr>
            <a:lvl2pPr indent="-298450" lvl="1" marL="914400" algn="l">
              <a:lnSpc>
                <a:spcPct val="115000"/>
              </a:lnSpc>
              <a:spcBef>
                <a:spcPts val="0"/>
              </a:spcBef>
              <a:spcAft>
                <a:spcPts val="0"/>
              </a:spcAft>
              <a:buClr>
                <a:srgbClr val="00CBD8"/>
              </a:buClr>
              <a:buSzPts val="1100"/>
              <a:buFont typeface="Montserrat Medium"/>
              <a:buChar char="○"/>
              <a:defRPr sz="1100">
                <a:solidFill>
                  <a:srgbClr val="001B39"/>
                </a:solidFill>
                <a:latin typeface="Montserrat Medium"/>
                <a:ea typeface="Montserrat Medium"/>
                <a:cs typeface="Montserrat Medium"/>
                <a:sym typeface="Montserrat Medium"/>
              </a:defRPr>
            </a:lvl2pPr>
            <a:lvl3pPr indent="-298450" lvl="2" marL="1371600" algn="l">
              <a:lnSpc>
                <a:spcPct val="115000"/>
              </a:lnSpc>
              <a:spcBef>
                <a:spcPts val="0"/>
              </a:spcBef>
              <a:spcAft>
                <a:spcPts val="0"/>
              </a:spcAft>
              <a:buClr>
                <a:srgbClr val="00CBD8"/>
              </a:buClr>
              <a:buSzPts val="1100"/>
              <a:buFont typeface="Montserrat Medium"/>
              <a:buChar char="■"/>
              <a:defRPr sz="1100">
                <a:solidFill>
                  <a:srgbClr val="001B39"/>
                </a:solidFill>
                <a:latin typeface="Montserrat Medium"/>
                <a:ea typeface="Montserrat Medium"/>
                <a:cs typeface="Montserrat Medium"/>
                <a:sym typeface="Montserrat Medium"/>
              </a:defRPr>
            </a:lvl3pPr>
            <a:lvl4pPr indent="-298450" lvl="3" marL="18288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4pPr>
            <a:lvl5pPr indent="-298450" lvl="4" marL="22860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5pPr>
            <a:lvl6pPr indent="-298450" lvl="5" marL="27432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6pPr>
            <a:lvl7pPr indent="-298450" lvl="6" marL="32004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7pPr>
            <a:lvl8pPr indent="-298450" lvl="7" marL="36576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8pPr>
            <a:lvl9pPr indent="-298450" lvl="8" marL="41148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9pPr>
          </a:lstStyle>
          <a:p/>
        </p:txBody>
      </p:sp>
      <p:sp>
        <p:nvSpPr>
          <p:cNvPr id="171" name="Google Shape;171;p29"/>
          <p:cNvSpPr txBox="1"/>
          <p:nvPr>
            <p:ph idx="3" type="title"/>
          </p:nvPr>
        </p:nvSpPr>
        <p:spPr>
          <a:xfrm>
            <a:off x="352225" y="1351575"/>
            <a:ext cx="4056600" cy="4032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500"/>
              <a:buFont typeface="Montserrat SemiBold"/>
              <a:buNone/>
              <a:defRPr sz="1500">
                <a:solidFill>
                  <a:schemeClr val="lt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2" name="Google Shape;172;p29"/>
          <p:cNvSpPr txBox="1"/>
          <p:nvPr>
            <p:ph idx="4" type="title"/>
          </p:nvPr>
        </p:nvSpPr>
        <p:spPr>
          <a:xfrm>
            <a:off x="4735200" y="936800"/>
            <a:ext cx="4056600" cy="4032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500"/>
              <a:buFont typeface="Montserrat SemiBold"/>
              <a:buNone/>
              <a:defRPr sz="1500">
                <a:solidFill>
                  <a:schemeClr val="lt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173" name="Google Shape;173;p29"/>
          <p:cNvCxnSpPr/>
          <p:nvPr/>
        </p:nvCxnSpPr>
        <p:spPr>
          <a:xfrm>
            <a:off x="1305375" y="4749025"/>
            <a:ext cx="0" cy="129000"/>
          </a:xfrm>
          <a:prstGeom prst="straightConnector1">
            <a:avLst/>
          </a:prstGeom>
          <a:noFill/>
          <a:ln cap="flat" cmpd="sng" w="9525">
            <a:solidFill>
              <a:schemeClr val="lt1"/>
            </a:solidFill>
            <a:prstDash val="solid"/>
            <a:round/>
            <a:headEnd len="sm" w="sm" type="none"/>
            <a:tailEnd len="sm" w="sm" type="none"/>
          </a:ln>
        </p:spPr>
      </p:cxnSp>
      <p:sp>
        <p:nvSpPr>
          <p:cNvPr id="174" name="Google Shape;174;p29"/>
          <p:cNvSpPr txBox="1"/>
          <p:nvPr>
            <p:ph idx="5" type="title"/>
          </p:nvPr>
        </p:nvSpPr>
        <p:spPr>
          <a:xfrm>
            <a:off x="1418400" y="4727875"/>
            <a:ext cx="3840900" cy="1500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2pPr>
            <a:lvl3pPr lvl="2"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3pPr>
            <a:lvl4pPr lvl="3"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4pPr>
            <a:lvl5pPr lvl="4"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5pPr>
            <a:lvl6pPr lvl="5"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6pPr>
            <a:lvl7pPr lvl="6"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7pPr>
            <a:lvl8pPr lvl="7"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8pPr>
            <a:lvl9pPr lvl="8"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9pPr>
          </a:lstStyle>
          <a:p/>
        </p:txBody>
      </p:sp>
      <p:pic>
        <p:nvPicPr>
          <p:cNvPr id="175" name="Google Shape;175;p29"/>
          <p:cNvPicPr preferRelativeResize="0"/>
          <p:nvPr/>
        </p:nvPicPr>
        <p:blipFill rotWithShape="1">
          <a:blip r:embed="rId2">
            <a:alphaModFix/>
          </a:blip>
          <a:srcRect b="-3241" l="-3983" r="0" t="10"/>
          <a:stretch/>
        </p:blipFill>
        <p:spPr>
          <a:xfrm>
            <a:off x="260600" y="4685375"/>
            <a:ext cx="975698" cy="2218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os enjeux">
  <p:cSld name="SECTION_HEADER_3_1_1_1">
    <p:bg>
      <p:bgPr>
        <a:solidFill>
          <a:schemeClr val="lt1"/>
        </a:solidFill>
      </p:bgPr>
    </p:bg>
    <p:spTree>
      <p:nvGrpSpPr>
        <p:cNvPr id="176" name="Shape 176"/>
        <p:cNvGrpSpPr/>
        <p:nvPr/>
      </p:nvGrpSpPr>
      <p:grpSpPr>
        <a:xfrm>
          <a:off x="0" y="0"/>
          <a:ext cx="0" cy="0"/>
          <a:chOff x="0" y="0"/>
          <a:chExt cx="0" cy="0"/>
        </a:xfrm>
      </p:grpSpPr>
      <p:sp>
        <p:nvSpPr>
          <p:cNvPr id="177" name="Google Shape;177;p30"/>
          <p:cNvSpPr/>
          <p:nvPr/>
        </p:nvSpPr>
        <p:spPr>
          <a:xfrm rot="-5400000">
            <a:off x="6047710" y="-2495966"/>
            <a:ext cx="5075700" cy="5075700"/>
          </a:xfrm>
          <a:prstGeom prst="donut">
            <a:avLst>
              <a:gd fmla="val 25000" name="adj"/>
            </a:avLst>
          </a:prstGeom>
          <a:gradFill>
            <a:gsLst>
              <a:gs pos="0">
                <a:srgbClr val="FFFFFF"/>
              </a:gs>
              <a:gs pos="100000">
                <a:srgbClr val="8BA4BE">
                  <a:alpha val="51764"/>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30"/>
          <p:cNvSpPr/>
          <p:nvPr/>
        </p:nvSpPr>
        <p:spPr>
          <a:xfrm>
            <a:off x="-115975" y="2842050"/>
            <a:ext cx="9368400" cy="2370600"/>
          </a:xfrm>
          <a:prstGeom prst="rect">
            <a:avLst/>
          </a:prstGeom>
          <a:gradFill>
            <a:gsLst>
              <a:gs pos="0">
                <a:srgbClr val="001B39"/>
              </a:gs>
              <a:gs pos="50000">
                <a:srgbClr val="0A2D5A"/>
              </a:gs>
              <a:gs pos="100000">
                <a:srgbClr val="00CBD8"/>
              </a:gs>
            </a:gsLst>
            <a:lin ang="189007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9" name="Google Shape;179;p30"/>
          <p:cNvSpPr/>
          <p:nvPr/>
        </p:nvSpPr>
        <p:spPr>
          <a:xfrm>
            <a:off x="352225" y="1886775"/>
            <a:ext cx="4056600" cy="2577000"/>
          </a:xfrm>
          <a:prstGeom prst="roundRect">
            <a:avLst>
              <a:gd fmla="val 3842" name="adj"/>
            </a:avLst>
          </a:prstGeom>
          <a:solidFill>
            <a:schemeClr val="lt1"/>
          </a:solidFill>
          <a:ln>
            <a:noFill/>
          </a:ln>
          <a:effectLst>
            <a:outerShdw blurRad="171450" rotWithShape="0" algn="bl" dir="5400000" dist="19050">
              <a:srgbClr val="434343">
                <a:alpha val="1058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80" name="Google Shape;180;p30"/>
          <p:cNvSpPr/>
          <p:nvPr/>
        </p:nvSpPr>
        <p:spPr>
          <a:xfrm>
            <a:off x="4735202" y="1886775"/>
            <a:ext cx="4056600" cy="2577000"/>
          </a:xfrm>
          <a:prstGeom prst="roundRect">
            <a:avLst>
              <a:gd fmla="val 4308" name="adj"/>
            </a:avLst>
          </a:prstGeom>
          <a:solidFill>
            <a:schemeClr val="lt1"/>
          </a:solidFill>
          <a:ln>
            <a:noFill/>
          </a:ln>
          <a:effectLst>
            <a:outerShdw blurRad="171450" rotWithShape="0" algn="bl" dir="5400000" dist="19050">
              <a:srgbClr val="434343">
                <a:alpha val="1058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81" name="Google Shape;181;p30"/>
          <p:cNvSpPr/>
          <p:nvPr/>
        </p:nvSpPr>
        <p:spPr>
          <a:xfrm>
            <a:off x="352225" y="1355900"/>
            <a:ext cx="4056600" cy="403200"/>
          </a:xfrm>
          <a:prstGeom prst="roundRect">
            <a:avLst>
              <a:gd fmla="val 28435" name="adj"/>
            </a:avLst>
          </a:prstGeom>
          <a:solidFill>
            <a:srgbClr val="00CBD8"/>
          </a:solidFill>
          <a:ln>
            <a:noFill/>
          </a:ln>
          <a:effectLst>
            <a:outerShdw blurRad="171450" rotWithShape="0" algn="bl" dir="5400000" dist="19050">
              <a:srgbClr val="434343">
                <a:alpha val="1058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82" name="Google Shape;182;p30"/>
          <p:cNvSpPr/>
          <p:nvPr/>
        </p:nvSpPr>
        <p:spPr>
          <a:xfrm>
            <a:off x="4735200" y="1355900"/>
            <a:ext cx="4056600" cy="403200"/>
          </a:xfrm>
          <a:prstGeom prst="roundRect">
            <a:avLst>
              <a:gd fmla="val 25893" name="adj"/>
            </a:avLst>
          </a:prstGeom>
          <a:solidFill>
            <a:srgbClr val="00CBD8"/>
          </a:solidFill>
          <a:ln>
            <a:noFill/>
          </a:ln>
          <a:effectLst>
            <a:outerShdw blurRad="171450" rotWithShape="0" algn="bl" dir="5400000" dist="19050">
              <a:srgbClr val="434343">
                <a:alpha val="1058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83" name="Google Shape;183;p30"/>
          <p:cNvSpPr txBox="1"/>
          <p:nvPr>
            <p:ph idx="1" type="body"/>
          </p:nvPr>
        </p:nvSpPr>
        <p:spPr>
          <a:xfrm>
            <a:off x="345125" y="2019325"/>
            <a:ext cx="3849000" cy="23706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Clr>
                <a:srgbClr val="00CBD8"/>
              </a:buClr>
              <a:buSzPts val="1200"/>
              <a:buFont typeface="Montserrat Medium"/>
              <a:buChar char="●"/>
              <a:defRPr sz="1200">
                <a:solidFill>
                  <a:srgbClr val="001B39"/>
                </a:solidFill>
                <a:latin typeface="Montserrat Medium"/>
                <a:ea typeface="Montserrat Medium"/>
                <a:cs typeface="Montserrat Medium"/>
                <a:sym typeface="Montserrat Medium"/>
              </a:defRPr>
            </a:lvl1pPr>
            <a:lvl2pPr indent="-298450" lvl="1" marL="914400" algn="l">
              <a:lnSpc>
                <a:spcPct val="115000"/>
              </a:lnSpc>
              <a:spcBef>
                <a:spcPts val="0"/>
              </a:spcBef>
              <a:spcAft>
                <a:spcPts val="0"/>
              </a:spcAft>
              <a:buClr>
                <a:srgbClr val="00CBD8"/>
              </a:buClr>
              <a:buSzPts val="1100"/>
              <a:buFont typeface="Montserrat Medium"/>
              <a:buChar char="○"/>
              <a:defRPr sz="1100">
                <a:solidFill>
                  <a:srgbClr val="001B39"/>
                </a:solidFill>
                <a:latin typeface="Montserrat Medium"/>
                <a:ea typeface="Montserrat Medium"/>
                <a:cs typeface="Montserrat Medium"/>
                <a:sym typeface="Montserrat Medium"/>
              </a:defRPr>
            </a:lvl2pPr>
            <a:lvl3pPr indent="-298450" lvl="2" marL="1371600" algn="l">
              <a:lnSpc>
                <a:spcPct val="115000"/>
              </a:lnSpc>
              <a:spcBef>
                <a:spcPts val="0"/>
              </a:spcBef>
              <a:spcAft>
                <a:spcPts val="0"/>
              </a:spcAft>
              <a:buClr>
                <a:srgbClr val="00CBD8"/>
              </a:buClr>
              <a:buSzPts val="1100"/>
              <a:buFont typeface="Montserrat Medium"/>
              <a:buChar char="■"/>
              <a:defRPr sz="1100">
                <a:solidFill>
                  <a:srgbClr val="001B39"/>
                </a:solidFill>
                <a:latin typeface="Montserrat Medium"/>
                <a:ea typeface="Montserrat Medium"/>
                <a:cs typeface="Montserrat Medium"/>
                <a:sym typeface="Montserrat Medium"/>
              </a:defRPr>
            </a:lvl3pPr>
            <a:lvl4pPr indent="-298450" lvl="3" marL="18288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4pPr>
            <a:lvl5pPr indent="-298450" lvl="4" marL="22860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5pPr>
            <a:lvl6pPr indent="-298450" lvl="5" marL="27432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6pPr>
            <a:lvl7pPr indent="-298450" lvl="6" marL="32004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7pPr>
            <a:lvl8pPr indent="-298450" lvl="7" marL="36576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8pPr>
            <a:lvl9pPr indent="-298450" lvl="8" marL="41148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9pPr>
          </a:lstStyle>
          <a:p/>
        </p:txBody>
      </p:sp>
      <p:sp>
        <p:nvSpPr>
          <p:cNvPr id="184" name="Google Shape;184;p30"/>
          <p:cNvSpPr txBox="1"/>
          <p:nvPr>
            <p:ph idx="2" type="body"/>
          </p:nvPr>
        </p:nvSpPr>
        <p:spPr>
          <a:xfrm>
            <a:off x="4896550" y="2019325"/>
            <a:ext cx="3715200" cy="23706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Clr>
                <a:srgbClr val="00CBD8"/>
              </a:buClr>
              <a:buSzPts val="1200"/>
              <a:buFont typeface="Montserrat Medium"/>
              <a:buChar char="●"/>
              <a:defRPr sz="1200">
                <a:solidFill>
                  <a:srgbClr val="001B39"/>
                </a:solidFill>
                <a:latin typeface="Montserrat Medium"/>
                <a:ea typeface="Montserrat Medium"/>
                <a:cs typeface="Montserrat Medium"/>
                <a:sym typeface="Montserrat Medium"/>
              </a:defRPr>
            </a:lvl1pPr>
            <a:lvl2pPr indent="-298450" lvl="1" marL="914400" algn="l">
              <a:lnSpc>
                <a:spcPct val="115000"/>
              </a:lnSpc>
              <a:spcBef>
                <a:spcPts val="0"/>
              </a:spcBef>
              <a:spcAft>
                <a:spcPts val="0"/>
              </a:spcAft>
              <a:buClr>
                <a:srgbClr val="00CBD8"/>
              </a:buClr>
              <a:buSzPts val="1100"/>
              <a:buFont typeface="Montserrat Medium"/>
              <a:buChar char="○"/>
              <a:defRPr sz="1100">
                <a:solidFill>
                  <a:srgbClr val="001B39"/>
                </a:solidFill>
                <a:latin typeface="Montserrat Medium"/>
                <a:ea typeface="Montserrat Medium"/>
                <a:cs typeface="Montserrat Medium"/>
                <a:sym typeface="Montserrat Medium"/>
              </a:defRPr>
            </a:lvl2pPr>
            <a:lvl3pPr indent="-298450" lvl="2" marL="1371600" algn="l">
              <a:lnSpc>
                <a:spcPct val="115000"/>
              </a:lnSpc>
              <a:spcBef>
                <a:spcPts val="0"/>
              </a:spcBef>
              <a:spcAft>
                <a:spcPts val="0"/>
              </a:spcAft>
              <a:buClr>
                <a:srgbClr val="00CBD8"/>
              </a:buClr>
              <a:buSzPts val="1100"/>
              <a:buFont typeface="Montserrat Medium"/>
              <a:buChar char="■"/>
              <a:defRPr sz="1100">
                <a:solidFill>
                  <a:srgbClr val="001B39"/>
                </a:solidFill>
                <a:latin typeface="Montserrat Medium"/>
                <a:ea typeface="Montserrat Medium"/>
                <a:cs typeface="Montserrat Medium"/>
                <a:sym typeface="Montserrat Medium"/>
              </a:defRPr>
            </a:lvl3pPr>
            <a:lvl4pPr indent="-298450" lvl="3" marL="18288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4pPr>
            <a:lvl5pPr indent="-298450" lvl="4" marL="22860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5pPr>
            <a:lvl6pPr indent="-298450" lvl="5" marL="27432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6pPr>
            <a:lvl7pPr indent="-298450" lvl="6" marL="32004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7pPr>
            <a:lvl8pPr indent="-298450" lvl="7" marL="36576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8pPr>
            <a:lvl9pPr indent="-298450" lvl="8" marL="4114800" algn="l">
              <a:lnSpc>
                <a:spcPct val="115000"/>
              </a:lnSpc>
              <a:spcBef>
                <a:spcPts val="0"/>
              </a:spcBef>
              <a:spcAft>
                <a:spcPts val="0"/>
              </a:spcAft>
              <a:buClr>
                <a:srgbClr val="001B39"/>
              </a:buClr>
              <a:buSzPts val="1100"/>
              <a:buFont typeface="Montserrat Medium"/>
              <a:buChar char="■"/>
              <a:defRPr sz="1100">
                <a:solidFill>
                  <a:srgbClr val="001B39"/>
                </a:solidFill>
                <a:latin typeface="Montserrat Medium"/>
                <a:ea typeface="Montserrat Medium"/>
                <a:cs typeface="Montserrat Medium"/>
                <a:sym typeface="Montserrat Medium"/>
              </a:defRPr>
            </a:lvl9pPr>
          </a:lstStyle>
          <a:p/>
        </p:txBody>
      </p:sp>
      <p:sp>
        <p:nvSpPr>
          <p:cNvPr id="185" name="Google Shape;185;p30"/>
          <p:cNvSpPr txBox="1"/>
          <p:nvPr>
            <p:ph type="title"/>
          </p:nvPr>
        </p:nvSpPr>
        <p:spPr>
          <a:xfrm>
            <a:off x="1418400" y="4727875"/>
            <a:ext cx="3840900" cy="1500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2pPr>
            <a:lvl3pPr lvl="2"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3pPr>
            <a:lvl4pPr lvl="3"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4pPr>
            <a:lvl5pPr lvl="4"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5pPr>
            <a:lvl6pPr lvl="5"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6pPr>
            <a:lvl7pPr lvl="6"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7pPr>
            <a:lvl8pPr lvl="7"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8pPr>
            <a:lvl9pPr lvl="8" algn="l">
              <a:lnSpc>
                <a:spcPct val="100000"/>
              </a:lnSpc>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9pPr>
          </a:lstStyle>
          <a:p/>
        </p:txBody>
      </p:sp>
      <p:pic>
        <p:nvPicPr>
          <p:cNvPr id="186" name="Google Shape;186;p30"/>
          <p:cNvPicPr preferRelativeResize="0"/>
          <p:nvPr/>
        </p:nvPicPr>
        <p:blipFill rotWithShape="1">
          <a:blip r:embed="rId2">
            <a:alphaModFix/>
          </a:blip>
          <a:srcRect b="-3241" l="-3983" r="0" t="10"/>
          <a:stretch/>
        </p:blipFill>
        <p:spPr>
          <a:xfrm>
            <a:off x="260600" y="4685375"/>
            <a:ext cx="975698" cy="221825"/>
          </a:xfrm>
          <a:prstGeom prst="rect">
            <a:avLst/>
          </a:prstGeom>
          <a:noFill/>
          <a:ln>
            <a:noFill/>
          </a:ln>
        </p:spPr>
      </p:pic>
      <p:sp>
        <p:nvSpPr>
          <p:cNvPr id="187" name="Google Shape;187;p30"/>
          <p:cNvSpPr txBox="1"/>
          <p:nvPr/>
        </p:nvSpPr>
        <p:spPr>
          <a:xfrm>
            <a:off x="374200" y="937538"/>
            <a:ext cx="19581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1B39"/>
                </a:solidFill>
                <a:latin typeface="Montserrat"/>
                <a:ea typeface="Montserrat"/>
                <a:cs typeface="Montserrat"/>
                <a:sym typeface="Montserrat"/>
              </a:rPr>
              <a:t>Temps de déploiement :</a:t>
            </a:r>
            <a:endParaRPr b="1" i="0" sz="1200" u="none" cap="none" strike="noStrike">
              <a:solidFill>
                <a:srgbClr val="001B39"/>
              </a:solidFill>
              <a:latin typeface="Montserrat"/>
              <a:ea typeface="Montserrat"/>
              <a:cs typeface="Montserrat"/>
              <a:sym typeface="Montserrat"/>
            </a:endParaRPr>
          </a:p>
        </p:txBody>
      </p:sp>
      <p:sp>
        <p:nvSpPr>
          <p:cNvPr id="188" name="Google Shape;188;p30"/>
          <p:cNvSpPr txBox="1"/>
          <p:nvPr/>
        </p:nvSpPr>
        <p:spPr>
          <a:xfrm>
            <a:off x="1834675" y="1453538"/>
            <a:ext cx="10917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Montserrat SemiBold"/>
                <a:ea typeface="Montserrat SemiBold"/>
                <a:cs typeface="Montserrat SemiBold"/>
                <a:sym typeface="Montserrat SemiBold"/>
              </a:rPr>
              <a:t>Vos besoins</a:t>
            </a:r>
            <a:endParaRPr b="0" i="0" sz="1400" u="none" cap="none" strike="noStrike">
              <a:solidFill>
                <a:srgbClr val="FFFFFF"/>
              </a:solidFill>
              <a:latin typeface="Montserrat SemiBold"/>
              <a:ea typeface="Montserrat SemiBold"/>
              <a:cs typeface="Montserrat SemiBold"/>
              <a:sym typeface="Montserrat SemiBold"/>
            </a:endParaRPr>
          </a:p>
        </p:txBody>
      </p:sp>
      <p:sp>
        <p:nvSpPr>
          <p:cNvPr id="189" name="Google Shape;189;p30"/>
          <p:cNvSpPr txBox="1"/>
          <p:nvPr/>
        </p:nvSpPr>
        <p:spPr>
          <a:xfrm>
            <a:off x="6107850" y="1453550"/>
            <a:ext cx="1311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Montserrat SemiBold"/>
                <a:ea typeface="Montserrat SemiBold"/>
                <a:cs typeface="Montserrat SemiBold"/>
                <a:sym typeface="Montserrat SemiBold"/>
              </a:rPr>
              <a:t>Notre solution</a:t>
            </a:r>
            <a:endParaRPr b="0" i="0" sz="1400" u="none" cap="none" strike="noStrike">
              <a:solidFill>
                <a:srgbClr val="FFFFFF"/>
              </a:solidFill>
              <a:latin typeface="Montserrat SemiBold"/>
              <a:ea typeface="Montserrat SemiBold"/>
              <a:cs typeface="Montserrat SemiBold"/>
              <a:sym typeface="Montserrat SemiBold"/>
            </a:endParaRPr>
          </a:p>
        </p:txBody>
      </p:sp>
      <p:sp>
        <p:nvSpPr>
          <p:cNvPr id="190" name="Google Shape;190;p30"/>
          <p:cNvSpPr/>
          <p:nvPr/>
        </p:nvSpPr>
        <p:spPr>
          <a:xfrm>
            <a:off x="4346100" y="2425200"/>
            <a:ext cx="451800" cy="293100"/>
          </a:xfrm>
          <a:prstGeom prst="rightArrow">
            <a:avLst>
              <a:gd fmla="val 50000" name="adj1"/>
              <a:gd fmla="val 77474" name="adj2"/>
            </a:avLst>
          </a:prstGeom>
          <a:solidFill>
            <a:srgbClr val="00CBD8"/>
          </a:solidFill>
          <a:ln>
            <a:noFill/>
          </a:ln>
          <a:effectLst>
            <a:outerShdw blurRad="57150" rotWithShape="0" algn="bl" dir="5400000" dist="19050">
              <a:srgbClr val="000000">
                <a:alpha val="4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30"/>
          <p:cNvSpPr txBox="1"/>
          <p:nvPr/>
        </p:nvSpPr>
        <p:spPr>
          <a:xfrm>
            <a:off x="337175" y="438900"/>
            <a:ext cx="1427700" cy="26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1B39"/>
                </a:solidFill>
                <a:latin typeface="Montserrat"/>
                <a:ea typeface="Montserrat"/>
                <a:cs typeface="Montserrat"/>
                <a:sym typeface="Montserrat"/>
              </a:rPr>
              <a:t>Vos enjeux</a:t>
            </a:r>
            <a:endParaRPr b="1" i="0" sz="1600" u="none" cap="none" strike="noStrike">
              <a:solidFill>
                <a:srgbClr val="001B39"/>
              </a:solidFill>
              <a:latin typeface="Montserrat"/>
              <a:ea typeface="Montserrat"/>
              <a:cs typeface="Montserrat"/>
              <a:sym typeface="Montserrat"/>
            </a:endParaRPr>
          </a:p>
        </p:txBody>
      </p:sp>
      <p:cxnSp>
        <p:nvCxnSpPr>
          <p:cNvPr id="192" name="Google Shape;192;p30"/>
          <p:cNvCxnSpPr/>
          <p:nvPr/>
        </p:nvCxnSpPr>
        <p:spPr>
          <a:xfrm>
            <a:off x="337175" y="363400"/>
            <a:ext cx="383100" cy="0"/>
          </a:xfrm>
          <a:prstGeom prst="straightConnector1">
            <a:avLst/>
          </a:prstGeom>
          <a:noFill/>
          <a:ln cap="flat" cmpd="sng" w="38100">
            <a:solidFill>
              <a:srgbClr val="00CBD8"/>
            </a:solidFill>
            <a:prstDash val="solid"/>
            <a:round/>
            <a:headEnd len="sm" w="sm" type="none"/>
            <a:tailEnd len="sm" w="sm" type="none"/>
          </a:ln>
        </p:spPr>
      </p:cxnSp>
    </p:spTree>
  </p:cSld>
  <p:clrMapOvr>
    <a:masterClrMapping/>
  </p:clrMapOvr>
  <p:extLst>
    <p:ext uri="{DCECCB84-F9BA-43D5-87BE-67443E8EF086}">
      <p15:sldGuideLst>
        <p15:guide id="1" orient="horz" pos="1620">
          <p15:clr>
            <a:srgbClr val="E46962"/>
          </p15:clr>
        </p15:guide>
        <p15:guide id="2" pos="2880">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93" name="Shape 193"/>
        <p:cNvGrpSpPr/>
        <p:nvPr/>
      </p:nvGrpSpPr>
      <p:grpSpPr>
        <a:xfrm>
          <a:off x="0" y="0"/>
          <a:ext cx="0" cy="0"/>
          <a:chOff x="0" y="0"/>
          <a:chExt cx="0" cy="0"/>
        </a:xfrm>
      </p:grpSpPr>
      <p:grpSp>
        <p:nvGrpSpPr>
          <p:cNvPr id="194" name="Google Shape;194;p31"/>
          <p:cNvGrpSpPr/>
          <p:nvPr/>
        </p:nvGrpSpPr>
        <p:grpSpPr>
          <a:xfrm>
            <a:off x="7475222" y="377974"/>
            <a:ext cx="207649" cy="207649"/>
            <a:chOff x="7716700" y="354300"/>
            <a:chExt cx="191700" cy="191700"/>
          </a:xfrm>
        </p:grpSpPr>
        <p:cxnSp>
          <p:nvCxnSpPr>
            <p:cNvPr id="195" name="Google Shape;195;p31"/>
            <p:cNvCxnSpPr/>
            <p:nvPr/>
          </p:nvCxnSpPr>
          <p:spPr>
            <a:xfrm>
              <a:off x="7716700" y="354300"/>
              <a:ext cx="191700" cy="191700"/>
            </a:xfrm>
            <a:prstGeom prst="straightConnector1">
              <a:avLst/>
            </a:prstGeom>
            <a:noFill/>
            <a:ln cap="flat" cmpd="sng" w="9525">
              <a:solidFill>
                <a:srgbClr val="001B39"/>
              </a:solidFill>
              <a:prstDash val="solid"/>
              <a:round/>
              <a:headEnd len="sm" w="sm" type="none"/>
              <a:tailEnd len="sm" w="sm" type="none"/>
            </a:ln>
          </p:spPr>
        </p:cxnSp>
        <p:cxnSp>
          <p:nvCxnSpPr>
            <p:cNvPr id="196" name="Google Shape;196;p31"/>
            <p:cNvCxnSpPr/>
            <p:nvPr/>
          </p:nvCxnSpPr>
          <p:spPr>
            <a:xfrm rot="-5400000">
              <a:off x="7716700" y="354300"/>
              <a:ext cx="191700" cy="191700"/>
            </a:xfrm>
            <a:prstGeom prst="straightConnector1">
              <a:avLst/>
            </a:prstGeom>
            <a:noFill/>
            <a:ln cap="flat" cmpd="sng" w="9525">
              <a:solidFill>
                <a:srgbClr val="001B39"/>
              </a:solidFill>
              <a:prstDash val="solid"/>
              <a:round/>
              <a:headEnd len="sm" w="sm" type="none"/>
              <a:tailEnd len="sm" w="sm" type="none"/>
            </a:ln>
          </p:spPr>
        </p:cxnSp>
      </p:grpSp>
      <p:sp>
        <p:nvSpPr>
          <p:cNvPr id="197" name="Google Shape;197;p31"/>
          <p:cNvSpPr/>
          <p:nvPr>
            <p:ph idx="2" type="pic"/>
          </p:nvPr>
        </p:nvSpPr>
        <p:spPr>
          <a:xfrm>
            <a:off x="7832095" y="209625"/>
            <a:ext cx="1080900" cy="563700"/>
          </a:xfrm>
          <a:prstGeom prst="rect">
            <a:avLst/>
          </a:prstGeom>
          <a:noFill/>
          <a:ln>
            <a:noFill/>
          </a:ln>
        </p:spPr>
      </p:sp>
      <p:pic>
        <p:nvPicPr>
          <p:cNvPr id="198" name="Google Shape;198;p31"/>
          <p:cNvPicPr preferRelativeResize="0"/>
          <p:nvPr/>
        </p:nvPicPr>
        <p:blipFill rotWithShape="1">
          <a:blip r:embed="rId2">
            <a:alphaModFix/>
          </a:blip>
          <a:srcRect b="0" l="0" r="0" t="0"/>
          <a:stretch/>
        </p:blipFill>
        <p:spPr>
          <a:xfrm>
            <a:off x="6211300" y="280176"/>
            <a:ext cx="1147934" cy="403289"/>
          </a:xfrm>
          <a:prstGeom prst="rect">
            <a:avLst/>
          </a:prstGeom>
          <a:noFill/>
          <a:ln>
            <a:noFill/>
          </a:ln>
        </p:spPr>
      </p:pic>
      <p:cxnSp>
        <p:nvCxnSpPr>
          <p:cNvPr id="199" name="Google Shape;199;p31"/>
          <p:cNvCxnSpPr/>
          <p:nvPr/>
        </p:nvCxnSpPr>
        <p:spPr>
          <a:xfrm>
            <a:off x="374200" y="326375"/>
            <a:ext cx="383100" cy="0"/>
          </a:xfrm>
          <a:prstGeom prst="straightConnector1">
            <a:avLst/>
          </a:prstGeom>
          <a:noFill/>
          <a:ln cap="flat" cmpd="sng" w="28575">
            <a:solidFill>
              <a:srgbClr val="00CBD8"/>
            </a:solidFill>
            <a:prstDash val="solid"/>
            <a:round/>
            <a:headEnd len="sm" w="sm" type="none"/>
            <a:tailEnd len="sm" w="sm" type="none"/>
          </a:ln>
        </p:spPr>
      </p:cxnSp>
      <p:sp>
        <p:nvSpPr>
          <p:cNvPr id="200" name="Google Shape;200;p31"/>
          <p:cNvSpPr txBox="1"/>
          <p:nvPr>
            <p:ph type="title"/>
          </p:nvPr>
        </p:nvSpPr>
        <p:spPr>
          <a:xfrm>
            <a:off x="374200" y="425000"/>
            <a:ext cx="5166900" cy="4032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1pPr>
            <a:lvl2pPr lvl="1"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2pPr>
            <a:lvl3pPr lvl="2"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3pPr>
            <a:lvl4pPr lvl="3"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4pPr>
            <a:lvl5pPr lvl="4"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5pPr>
            <a:lvl6pPr lvl="5"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6pPr>
            <a:lvl7pPr lvl="6"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7pPr>
            <a:lvl8pPr lvl="7"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8pPr>
            <a:lvl9pPr lvl="8" algn="l">
              <a:lnSpc>
                <a:spcPct val="100000"/>
              </a:lnSpc>
              <a:spcBef>
                <a:spcPts val="0"/>
              </a:spcBef>
              <a:spcAft>
                <a:spcPts val="0"/>
              </a:spcAft>
              <a:buClr>
                <a:srgbClr val="001B39"/>
              </a:buClr>
              <a:buSzPts val="1600"/>
              <a:buFont typeface="Montserrat"/>
              <a:buNone/>
              <a:defRPr b="1" sz="1600">
                <a:solidFill>
                  <a:srgbClr val="001B39"/>
                </a:solidFill>
                <a:latin typeface="Montserrat"/>
                <a:ea typeface="Montserrat"/>
                <a:cs typeface="Montserrat"/>
                <a:sym typeface="Montserrat"/>
              </a:defRPr>
            </a:lvl9pPr>
          </a:lstStyle>
          <a:p/>
        </p:txBody>
      </p:sp>
      <p:sp>
        <p:nvSpPr>
          <p:cNvPr id="201" name="Google Shape;201;p31"/>
          <p:cNvSpPr/>
          <p:nvPr>
            <p:ph idx="3" type="pic"/>
          </p:nvPr>
        </p:nvSpPr>
        <p:spPr>
          <a:xfrm>
            <a:off x="1782425" y="1300700"/>
            <a:ext cx="2376600" cy="2004300"/>
          </a:xfrm>
          <a:prstGeom prst="rect">
            <a:avLst/>
          </a:prstGeom>
          <a:noFill/>
          <a:ln>
            <a:noFill/>
          </a:ln>
        </p:spPr>
      </p:sp>
      <p:sp>
        <p:nvSpPr>
          <p:cNvPr id="202" name="Google Shape;202;p31"/>
          <p:cNvSpPr/>
          <p:nvPr>
            <p:ph idx="4" type="pic"/>
          </p:nvPr>
        </p:nvSpPr>
        <p:spPr>
          <a:xfrm>
            <a:off x="4984975" y="1300700"/>
            <a:ext cx="2376600" cy="2004300"/>
          </a:xfrm>
          <a:prstGeom prst="rect">
            <a:avLst/>
          </a:prstGeom>
          <a:noFill/>
          <a:ln>
            <a:noFill/>
          </a:ln>
        </p:spPr>
      </p:sp>
      <p:sp>
        <p:nvSpPr>
          <p:cNvPr id="203" name="Google Shape;203;p31"/>
          <p:cNvSpPr/>
          <p:nvPr/>
        </p:nvSpPr>
        <p:spPr>
          <a:xfrm rot="-446886">
            <a:off x="7471815" y="4162631"/>
            <a:ext cx="2309688" cy="2309688"/>
          </a:xfrm>
          <a:prstGeom prst="donut">
            <a:avLst>
              <a:gd fmla="val 25000" name="adj"/>
            </a:avLst>
          </a:prstGeom>
          <a:gradFill>
            <a:gsLst>
              <a:gs pos="0">
                <a:schemeClr val="lt1"/>
              </a:gs>
              <a:gs pos="13000">
                <a:schemeClr val="lt1"/>
              </a:gs>
              <a:gs pos="100000">
                <a:srgbClr val="80E5EC"/>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4" name="Shape 204"/>
        <p:cNvGrpSpPr/>
        <p:nvPr/>
      </p:nvGrpSpPr>
      <p:grpSpPr>
        <a:xfrm>
          <a:off x="0" y="0"/>
          <a:ext cx="0" cy="0"/>
          <a:chOff x="0" y="0"/>
          <a:chExt cx="0" cy="0"/>
        </a:xfrm>
      </p:grpSpPr>
      <p:grpSp>
        <p:nvGrpSpPr>
          <p:cNvPr id="205" name="Google Shape;205;p32"/>
          <p:cNvGrpSpPr/>
          <p:nvPr/>
        </p:nvGrpSpPr>
        <p:grpSpPr>
          <a:xfrm>
            <a:off x="7475222" y="377974"/>
            <a:ext cx="207649" cy="207649"/>
            <a:chOff x="7716700" y="354300"/>
            <a:chExt cx="191700" cy="191700"/>
          </a:xfrm>
        </p:grpSpPr>
        <p:cxnSp>
          <p:nvCxnSpPr>
            <p:cNvPr id="206" name="Google Shape;206;p32"/>
            <p:cNvCxnSpPr/>
            <p:nvPr/>
          </p:nvCxnSpPr>
          <p:spPr>
            <a:xfrm>
              <a:off x="7716700" y="354300"/>
              <a:ext cx="191700" cy="191700"/>
            </a:xfrm>
            <a:prstGeom prst="straightConnector1">
              <a:avLst/>
            </a:prstGeom>
            <a:noFill/>
            <a:ln cap="flat" cmpd="sng" w="9525">
              <a:solidFill>
                <a:srgbClr val="001B39"/>
              </a:solidFill>
              <a:prstDash val="solid"/>
              <a:round/>
              <a:headEnd len="sm" w="sm" type="none"/>
              <a:tailEnd len="sm" w="sm" type="none"/>
            </a:ln>
          </p:spPr>
        </p:cxnSp>
        <p:cxnSp>
          <p:nvCxnSpPr>
            <p:cNvPr id="207" name="Google Shape;207;p32"/>
            <p:cNvCxnSpPr/>
            <p:nvPr/>
          </p:nvCxnSpPr>
          <p:spPr>
            <a:xfrm rot="-5400000">
              <a:off x="7716700" y="354300"/>
              <a:ext cx="191700" cy="191700"/>
            </a:xfrm>
            <a:prstGeom prst="straightConnector1">
              <a:avLst/>
            </a:prstGeom>
            <a:noFill/>
            <a:ln cap="flat" cmpd="sng" w="9525">
              <a:solidFill>
                <a:srgbClr val="001B39"/>
              </a:solidFill>
              <a:prstDash val="solid"/>
              <a:round/>
              <a:headEnd len="sm" w="sm" type="none"/>
              <a:tailEnd len="sm" w="sm" type="none"/>
            </a:ln>
          </p:spPr>
        </p:cxnSp>
      </p:grpSp>
      <p:sp>
        <p:nvSpPr>
          <p:cNvPr id="208" name="Google Shape;208;p32"/>
          <p:cNvSpPr/>
          <p:nvPr>
            <p:ph idx="2" type="pic"/>
          </p:nvPr>
        </p:nvSpPr>
        <p:spPr>
          <a:xfrm>
            <a:off x="7832095" y="209625"/>
            <a:ext cx="1080900" cy="563700"/>
          </a:xfrm>
          <a:prstGeom prst="rect">
            <a:avLst/>
          </a:prstGeom>
          <a:noFill/>
          <a:ln>
            <a:noFill/>
          </a:ln>
        </p:spPr>
      </p:sp>
      <p:pic>
        <p:nvPicPr>
          <p:cNvPr id="209" name="Google Shape;209;p32"/>
          <p:cNvPicPr preferRelativeResize="0"/>
          <p:nvPr/>
        </p:nvPicPr>
        <p:blipFill rotWithShape="1">
          <a:blip r:embed="rId2">
            <a:alphaModFix/>
          </a:blip>
          <a:srcRect b="0" l="0" r="0" t="0"/>
          <a:stretch/>
        </p:blipFill>
        <p:spPr>
          <a:xfrm>
            <a:off x="6211300" y="280176"/>
            <a:ext cx="1147934" cy="403289"/>
          </a:xfrm>
          <a:prstGeom prst="rect">
            <a:avLst/>
          </a:prstGeom>
          <a:noFill/>
          <a:ln>
            <a:noFill/>
          </a:ln>
        </p:spPr>
      </p:pic>
      <p:sp>
        <p:nvSpPr>
          <p:cNvPr id="210" name="Google Shape;210;p32"/>
          <p:cNvSpPr/>
          <p:nvPr/>
        </p:nvSpPr>
        <p:spPr>
          <a:xfrm rot="-446886">
            <a:off x="7471815" y="4162631"/>
            <a:ext cx="2309688" cy="2309688"/>
          </a:xfrm>
          <a:prstGeom prst="donut">
            <a:avLst>
              <a:gd fmla="val 25000" name="adj"/>
            </a:avLst>
          </a:prstGeom>
          <a:gradFill>
            <a:gsLst>
              <a:gs pos="0">
                <a:schemeClr val="lt1"/>
              </a:gs>
              <a:gs pos="13000">
                <a:schemeClr val="lt1"/>
              </a:gs>
              <a:gs pos="100000">
                <a:srgbClr val="80E5EC"/>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211" name="Shape 211"/>
        <p:cNvGrpSpPr/>
        <p:nvPr/>
      </p:nvGrpSpPr>
      <p:grpSpPr>
        <a:xfrm>
          <a:off x="0" y="0"/>
          <a:ext cx="0" cy="0"/>
          <a:chOff x="0" y="0"/>
          <a:chExt cx="0" cy="0"/>
        </a:xfrm>
      </p:grpSpPr>
      <p:sp>
        <p:nvSpPr>
          <p:cNvPr id="212" name="Google Shape;212;p3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13" name="Google Shape;213;p3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14" name="Google Shape;214;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215" name="Shape 215"/>
        <p:cNvGrpSpPr/>
        <p:nvPr/>
      </p:nvGrpSpPr>
      <p:grpSpPr>
        <a:xfrm>
          <a:off x="0" y="0"/>
          <a:ext cx="0" cy="0"/>
          <a:chOff x="0" y="0"/>
          <a:chExt cx="0" cy="0"/>
        </a:xfrm>
      </p:grpSpPr>
      <p:sp>
        <p:nvSpPr>
          <p:cNvPr id="216" name="Google Shape;216;p3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17" name="Google Shape;217;p3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18" name="Google Shape;218;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19" name="Shape 219"/>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21" name="Shape 22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2.xml"/><Relationship Id="rId11" Type="http://schemas.openxmlformats.org/officeDocument/2006/relationships/slideLayout" Target="../slideLayouts/slideLayout23.xml"/><Relationship Id="rId22" Type="http://schemas.openxmlformats.org/officeDocument/2006/relationships/theme" Target="../theme/theme3.xml"/><Relationship Id="rId10" Type="http://schemas.openxmlformats.org/officeDocument/2006/relationships/slideLayout" Target="../slideLayouts/slideLayout22.xml"/><Relationship Id="rId21" Type="http://schemas.openxmlformats.org/officeDocument/2006/relationships/slideLayout" Target="../slideLayouts/slideLayout33.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7" Type="http://schemas.openxmlformats.org/officeDocument/2006/relationships/slideLayout" Target="../slideLayouts/slideLayout29.xml"/><Relationship Id="rId16" Type="http://schemas.openxmlformats.org/officeDocument/2006/relationships/slideLayout" Target="../slideLayouts/slideLayout28.xml"/><Relationship Id="rId5" Type="http://schemas.openxmlformats.org/officeDocument/2006/relationships/slideLayout" Target="../slideLayouts/slideLayout17.xml"/><Relationship Id="rId19" Type="http://schemas.openxmlformats.org/officeDocument/2006/relationships/slideLayout" Target="../slideLayouts/slideLayout31.xml"/><Relationship Id="rId6" Type="http://schemas.openxmlformats.org/officeDocument/2006/relationships/slideLayout" Target="../slideLayouts/slideLayout18.xml"/><Relationship Id="rId18" Type="http://schemas.openxmlformats.org/officeDocument/2006/relationships/slideLayout" Target="../slideLayouts/slideLayout30.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2" name="Shape 52"/>
        <p:cNvGrpSpPr/>
        <p:nvPr/>
      </p:nvGrpSpPr>
      <p:grpSpPr>
        <a:xfrm>
          <a:off x="0" y="0"/>
          <a:ext cx="0" cy="0"/>
          <a:chOff x="0" y="0"/>
          <a:chExt cx="0" cy="0"/>
        </a:xfrm>
      </p:grpSpPr>
      <p:sp>
        <p:nvSpPr>
          <p:cNvPr id="53" name="Google Shape;53;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4" name="Google Shape;54;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5" name="Google Shape;5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8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8"/>
          <p:cNvSpPr txBox="1"/>
          <p:nvPr>
            <p:ph type="title"/>
          </p:nvPr>
        </p:nvSpPr>
        <p:spPr>
          <a:xfrm>
            <a:off x="512081" y="2011135"/>
            <a:ext cx="5476200" cy="95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Deploiement </a:t>
            </a:r>
            <a:r>
              <a:rPr lang="en"/>
              <a:t>Ringover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231" name="Shape 231"/>
        <p:cNvGrpSpPr/>
        <p:nvPr/>
      </p:nvGrpSpPr>
      <p:grpSpPr>
        <a:xfrm>
          <a:off x="0" y="0"/>
          <a:ext cx="0" cy="0"/>
          <a:chOff x="0" y="0"/>
          <a:chExt cx="0" cy="0"/>
        </a:xfrm>
      </p:grpSpPr>
      <p:sp>
        <p:nvSpPr>
          <p:cNvPr id="232" name="Google Shape;232;p39"/>
          <p:cNvSpPr/>
          <p:nvPr/>
        </p:nvSpPr>
        <p:spPr>
          <a:xfrm>
            <a:off x="411480" y="308610"/>
            <a:ext cx="54864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300"/>
              <a:buFont typeface="Cambria"/>
              <a:buNone/>
            </a:pPr>
            <a:r>
              <a:rPr b="1" i="0" lang="en" sz="2300" u="none" cap="none" strike="noStrike">
                <a:solidFill>
                  <a:srgbClr val="1E2761"/>
                </a:solidFill>
                <a:latin typeface="Cambria"/>
                <a:ea typeface="Cambria"/>
                <a:cs typeface="Cambria"/>
                <a:sym typeface="Cambria"/>
              </a:rPr>
              <a:t>Vue d'ensemble</a:t>
            </a:r>
            <a:endParaRPr b="0" i="0" sz="2300" u="none" cap="none" strike="noStrike">
              <a:solidFill>
                <a:schemeClr val="dk1"/>
              </a:solidFill>
              <a:latin typeface="Calibri"/>
              <a:ea typeface="Calibri"/>
              <a:cs typeface="Calibri"/>
              <a:sym typeface="Calibri"/>
            </a:endParaRPr>
          </a:p>
        </p:txBody>
      </p:sp>
      <p:sp>
        <p:nvSpPr>
          <p:cNvPr id="233" name="Google Shape;233;p39"/>
          <p:cNvSpPr/>
          <p:nvPr/>
        </p:nvSpPr>
        <p:spPr>
          <a:xfrm>
            <a:off x="411480" y="685800"/>
            <a:ext cx="6172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F63"/>
              </a:buClr>
              <a:buSzPts val="1100"/>
              <a:buFont typeface="Calibri"/>
              <a:buNone/>
            </a:pPr>
            <a:r>
              <a:rPr lang="en" sz="1100">
                <a:solidFill>
                  <a:schemeClr val="dk1"/>
                </a:solidFill>
                <a:latin typeface="Calibri"/>
                <a:ea typeface="Calibri"/>
                <a:cs typeface="Calibri"/>
                <a:sym typeface="Calibri"/>
              </a:rPr>
              <a:t>7</a:t>
            </a:r>
            <a:r>
              <a:rPr b="0" i="0" lang="en" sz="1100" u="none" cap="none" strike="noStrike">
                <a:solidFill>
                  <a:srgbClr val="4A4F63"/>
                </a:solidFill>
                <a:latin typeface="Calibri"/>
                <a:ea typeface="Calibri"/>
                <a:cs typeface="Calibri"/>
                <a:sym typeface="Calibri"/>
              </a:rPr>
              <a:t> phases d</a:t>
            </a:r>
            <a:r>
              <a:rPr lang="en" sz="1100">
                <a:solidFill>
                  <a:srgbClr val="4A4F63"/>
                </a:solidFill>
                <a:latin typeface="Calibri"/>
                <a:ea typeface="Calibri"/>
                <a:cs typeface="Calibri"/>
                <a:sym typeface="Calibri"/>
              </a:rPr>
              <a:t>ans le déploiement</a:t>
            </a:r>
            <a:r>
              <a:rPr b="0" i="0" lang="en" sz="1100" u="none" cap="none" strike="noStrike">
                <a:solidFill>
                  <a:srgbClr val="4A4F63"/>
                </a:solidFill>
                <a:latin typeface="Calibri"/>
                <a:ea typeface="Calibri"/>
                <a:cs typeface="Calibri"/>
                <a:sym typeface="Calibri"/>
              </a:rPr>
              <a:t>, </a:t>
            </a:r>
            <a:r>
              <a:rPr lang="en" sz="1100">
                <a:solidFill>
                  <a:srgbClr val="4A4F63"/>
                </a:solidFill>
                <a:latin typeface="Calibri"/>
                <a:ea typeface="Calibri"/>
                <a:cs typeface="Calibri"/>
                <a:sym typeface="Calibri"/>
              </a:rPr>
              <a:t>dont 3 formations principales</a:t>
            </a:r>
            <a:endParaRPr b="0" i="0" sz="1100" u="none" cap="none" strike="noStrike">
              <a:solidFill>
                <a:schemeClr val="dk1"/>
              </a:solidFill>
              <a:latin typeface="Calibri"/>
              <a:ea typeface="Calibri"/>
              <a:cs typeface="Calibri"/>
              <a:sym typeface="Calibri"/>
            </a:endParaRPr>
          </a:p>
        </p:txBody>
      </p:sp>
      <p:sp>
        <p:nvSpPr>
          <p:cNvPr id="234" name="Google Shape;234;p39"/>
          <p:cNvSpPr/>
          <p:nvPr/>
        </p:nvSpPr>
        <p:spPr>
          <a:xfrm>
            <a:off x="411480" y="1200150"/>
            <a:ext cx="2023200" cy="3086100"/>
          </a:xfrm>
          <a:prstGeom prst="roundRect">
            <a:avLst>
              <a:gd fmla="val 3390"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5" name="Google Shape;235;p39"/>
          <p:cNvSpPr/>
          <p:nvPr/>
        </p:nvSpPr>
        <p:spPr>
          <a:xfrm>
            <a:off x="617220" y="1440180"/>
            <a:ext cx="411600" cy="411600"/>
          </a:xfrm>
          <a:prstGeom prst="ellipse">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6" name="Google Shape;236;p39"/>
          <p:cNvSpPr/>
          <p:nvPr/>
        </p:nvSpPr>
        <p:spPr>
          <a:xfrm>
            <a:off x="617220" y="1440180"/>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 sz="1500" u="none" cap="none" strike="noStrike">
                <a:solidFill>
                  <a:srgbClr val="FFFFFF"/>
                </a:solidFill>
                <a:latin typeface="Calibri"/>
                <a:ea typeface="Calibri"/>
                <a:cs typeface="Calibri"/>
                <a:sym typeface="Calibri"/>
              </a:rPr>
              <a:t>1</a:t>
            </a:r>
            <a:endParaRPr b="0" i="0" sz="1500" u="none" cap="none" strike="noStrike">
              <a:solidFill>
                <a:schemeClr val="dk1"/>
              </a:solidFill>
              <a:latin typeface="Calibri"/>
              <a:ea typeface="Calibri"/>
              <a:cs typeface="Calibri"/>
              <a:sym typeface="Calibri"/>
            </a:endParaRPr>
          </a:p>
        </p:txBody>
      </p:sp>
      <p:sp>
        <p:nvSpPr>
          <p:cNvPr id="237" name="Google Shape;237;p39"/>
          <p:cNvSpPr/>
          <p:nvPr/>
        </p:nvSpPr>
        <p:spPr>
          <a:xfrm>
            <a:off x="617220" y="1988820"/>
            <a:ext cx="1611600" cy="51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mbria"/>
              <a:buNone/>
            </a:pPr>
            <a:r>
              <a:rPr b="1" lang="en" sz="1300">
                <a:solidFill>
                  <a:srgbClr val="1E2761"/>
                </a:solidFill>
                <a:latin typeface="Cambria"/>
                <a:ea typeface="Cambria"/>
                <a:cs typeface="Cambria"/>
                <a:sym typeface="Cambria"/>
              </a:rPr>
              <a:t>Kick Off</a:t>
            </a:r>
            <a:endParaRPr b="0" i="0" sz="1300" u="none" cap="none" strike="noStrike">
              <a:solidFill>
                <a:schemeClr val="dk1"/>
              </a:solidFill>
              <a:latin typeface="Calibri"/>
              <a:ea typeface="Calibri"/>
              <a:cs typeface="Calibri"/>
              <a:sym typeface="Calibri"/>
            </a:endParaRPr>
          </a:p>
        </p:txBody>
      </p:sp>
      <p:sp>
        <p:nvSpPr>
          <p:cNvPr id="238" name="Google Shape;238;p39"/>
          <p:cNvSpPr/>
          <p:nvPr/>
        </p:nvSpPr>
        <p:spPr>
          <a:xfrm>
            <a:off x="617220" y="2537460"/>
            <a:ext cx="161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F63"/>
              </a:buClr>
              <a:buSzPts val="900"/>
              <a:buFont typeface="Calibri"/>
              <a:buNone/>
            </a:pPr>
            <a:r>
              <a:rPr lang="en" sz="900">
                <a:solidFill>
                  <a:srgbClr val="4A4F63"/>
                </a:solidFill>
                <a:latin typeface="Calibri"/>
                <a:ea typeface="Calibri"/>
                <a:cs typeface="Calibri"/>
                <a:sym typeface="Calibri"/>
              </a:rPr>
              <a:t>Définition claires des besoins, cas d’usage, KPIs, rétro planning, et condition de portabilité</a:t>
            </a:r>
            <a:endParaRPr b="0" i="0" sz="900" u="none" cap="none" strike="noStrike">
              <a:solidFill>
                <a:schemeClr val="dk1"/>
              </a:solidFill>
              <a:latin typeface="Calibri"/>
              <a:ea typeface="Calibri"/>
              <a:cs typeface="Calibri"/>
              <a:sym typeface="Calibri"/>
            </a:endParaRPr>
          </a:p>
        </p:txBody>
      </p:sp>
      <p:cxnSp>
        <p:nvCxnSpPr>
          <p:cNvPr id="239" name="Google Shape;239;p39"/>
          <p:cNvCxnSpPr/>
          <p:nvPr/>
        </p:nvCxnSpPr>
        <p:spPr>
          <a:xfrm>
            <a:off x="617220" y="3600450"/>
            <a:ext cx="1611600" cy="0"/>
          </a:xfrm>
          <a:prstGeom prst="straightConnector1">
            <a:avLst/>
          </a:prstGeom>
          <a:noFill/>
          <a:ln cap="flat" cmpd="sng" w="9525">
            <a:solidFill>
              <a:srgbClr val="E4E7F2"/>
            </a:solidFill>
            <a:prstDash val="solid"/>
            <a:round/>
            <a:headEnd len="sm" w="sm" type="none"/>
            <a:tailEnd len="sm" w="sm" type="none"/>
          </a:ln>
        </p:spPr>
      </p:cxnSp>
      <p:sp>
        <p:nvSpPr>
          <p:cNvPr id="240" name="Google Shape;240;p39"/>
          <p:cNvSpPr/>
          <p:nvPr/>
        </p:nvSpPr>
        <p:spPr>
          <a:xfrm>
            <a:off x="617220" y="3703320"/>
            <a:ext cx="1611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1800"/>
              <a:buFont typeface="Cambria"/>
              <a:buNone/>
            </a:pPr>
            <a:r>
              <a:rPr b="1" lang="en" sz="1800">
                <a:solidFill>
                  <a:srgbClr val="F2A93B"/>
                </a:solidFill>
                <a:latin typeface="Cambria"/>
                <a:ea typeface="Cambria"/>
                <a:cs typeface="Cambria"/>
                <a:sym typeface="Cambria"/>
              </a:rPr>
              <a:t>1</a:t>
            </a:r>
            <a:r>
              <a:rPr b="1" i="0" lang="en" sz="1800" u="none" cap="none" strike="noStrike">
                <a:solidFill>
                  <a:srgbClr val="F2A93B"/>
                </a:solidFill>
                <a:latin typeface="Cambria"/>
                <a:ea typeface="Cambria"/>
                <a:cs typeface="Cambria"/>
                <a:sym typeface="Cambria"/>
              </a:rPr>
              <a:t>h</a:t>
            </a:r>
            <a:endParaRPr b="0" i="0" sz="1800" u="none" cap="none" strike="noStrike">
              <a:solidFill>
                <a:schemeClr val="dk1"/>
              </a:solidFill>
              <a:latin typeface="Calibri"/>
              <a:ea typeface="Calibri"/>
              <a:cs typeface="Calibri"/>
              <a:sym typeface="Calibri"/>
            </a:endParaRPr>
          </a:p>
        </p:txBody>
      </p:sp>
      <p:sp>
        <p:nvSpPr>
          <p:cNvPr id="241" name="Google Shape;241;p39"/>
          <p:cNvSpPr/>
          <p:nvPr/>
        </p:nvSpPr>
        <p:spPr>
          <a:xfrm>
            <a:off x="617220" y="4046220"/>
            <a:ext cx="161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B8"/>
              </a:buClr>
              <a:buSzPts val="700"/>
              <a:buFont typeface="Calibri"/>
              <a:buNone/>
            </a:pPr>
            <a:r>
              <a:rPr lang="en" sz="700">
                <a:solidFill>
                  <a:srgbClr val="9AA0B8"/>
                </a:solidFill>
                <a:latin typeface="Calibri"/>
                <a:ea typeface="Calibri"/>
                <a:cs typeface="Calibri"/>
                <a:sym typeface="Calibri"/>
              </a:rPr>
              <a:t>Réunion de lancement</a:t>
            </a:r>
            <a:endParaRPr b="0" i="0" sz="700" u="none" cap="none" strike="noStrike">
              <a:solidFill>
                <a:schemeClr val="dk1"/>
              </a:solidFill>
              <a:latin typeface="Calibri"/>
              <a:ea typeface="Calibri"/>
              <a:cs typeface="Calibri"/>
              <a:sym typeface="Calibri"/>
            </a:endParaRPr>
          </a:p>
        </p:txBody>
      </p:sp>
      <p:sp>
        <p:nvSpPr>
          <p:cNvPr id="242" name="Google Shape;242;p39"/>
          <p:cNvSpPr/>
          <p:nvPr/>
        </p:nvSpPr>
        <p:spPr>
          <a:xfrm>
            <a:off x="2606040" y="1200150"/>
            <a:ext cx="2023200" cy="3086100"/>
          </a:xfrm>
          <a:prstGeom prst="roundRect">
            <a:avLst>
              <a:gd fmla="val 3390"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3" name="Google Shape;243;p39"/>
          <p:cNvSpPr/>
          <p:nvPr/>
        </p:nvSpPr>
        <p:spPr>
          <a:xfrm>
            <a:off x="2811780" y="1440180"/>
            <a:ext cx="411600" cy="411600"/>
          </a:xfrm>
          <a:prstGeom prst="ellipse">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4" name="Google Shape;244;p39"/>
          <p:cNvSpPr/>
          <p:nvPr/>
        </p:nvSpPr>
        <p:spPr>
          <a:xfrm>
            <a:off x="2811780" y="1440180"/>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 sz="1500" u="none" cap="none" strike="noStrike">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245" name="Google Shape;245;p39"/>
          <p:cNvSpPr/>
          <p:nvPr/>
        </p:nvSpPr>
        <p:spPr>
          <a:xfrm>
            <a:off x="2811780" y="1988820"/>
            <a:ext cx="1611600" cy="51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mbria"/>
              <a:buNone/>
            </a:pPr>
            <a:r>
              <a:rPr b="1" lang="en" sz="1300">
                <a:solidFill>
                  <a:srgbClr val="1E2761"/>
                </a:solidFill>
                <a:latin typeface="Cambria"/>
                <a:ea typeface="Cambria"/>
                <a:cs typeface="Cambria"/>
                <a:sym typeface="Cambria"/>
              </a:rPr>
              <a:t>Administrateur</a:t>
            </a:r>
            <a:endParaRPr b="0" i="0" sz="1300" u="none" cap="none" strike="noStrike">
              <a:solidFill>
                <a:schemeClr val="dk1"/>
              </a:solidFill>
              <a:latin typeface="Calibri"/>
              <a:ea typeface="Calibri"/>
              <a:cs typeface="Calibri"/>
              <a:sym typeface="Calibri"/>
            </a:endParaRPr>
          </a:p>
        </p:txBody>
      </p:sp>
      <p:sp>
        <p:nvSpPr>
          <p:cNvPr id="246" name="Google Shape;246;p39"/>
          <p:cNvSpPr/>
          <p:nvPr/>
        </p:nvSpPr>
        <p:spPr>
          <a:xfrm>
            <a:off x="2811780" y="2537460"/>
            <a:ext cx="161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F63"/>
              </a:buClr>
              <a:buSzPts val="900"/>
              <a:buFont typeface="Calibri"/>
              <a:buNone/>
            </a:pPr>
            <a:r>
              <a:rPr lang="en" sz="900">
                <a:solidFill>
                  <a:srgbClr val="4A4F63"/>
                </a:solidFill>
                <a:latin typeface="Calibri"/>
                <a:ea typeface="Calibri"/>
                <a:cs typeface="Calibri"/>
                <a:sym typeface="Calibri"/>
              </a:rPr>
              <a:t>Formation Administrateur </a:t>
            </a:r>
            <a:endParaRPr b="0" i="0" sz="900" u="none" cap="none" strike="noStrike">
              <a:solidFill>
                <a:schemeClr val="dk1"/>
              </a:solidFill>
              <a:latin typeface="Calibri"/>
              <a:ea typeface="Calibri"/>
              <a:cs typeface="Calibri"/>
              <a:sym typeface="Calibri"/>
            </a:endParaRPr>
          </a:p>
        </p:txBody>
      </p:sp>
      <p:cxnSp>
        <p:nvCxnSpPr>
          <p:cNvPr id="247" name="Google Shape;247;p39"/>
          <p:cNvCxnSpPr/>
          <p:nvPr/>
        </p:nvCxnSpPr>
        <p:spPr>
          <a:xfrm>
            <a:off x="2811780" y="3600450"/>
            <a:ext cx="1611600" cy="0"/>
          </a:xfrm>
          <a:prstGeom prst="straightConnector1">
            <a:avLst/>
          </a:prstGeom>
          <a:noFill/>
          <a:ln cap="flat" cmpd="sng" w="9525">
            <a:solidFill>
              <a:srgbClr val="E4E7F2"/>
            </a:solidFill>
            <a:prstDash val="solid"/>
            <a:round/>
            <a:headEnd len="sm" w="sm" type="none"/>
            <a:tailEnd len="sm" w="sm" type="none"/>
          </a:ln>
        </p:spPr>
      </p:cxnSp>
      <p:sp>
        <p:nvSpPr>
          <p:cNvPr id="248" name="Google Shape;248;p39"/>
          <p:cNvSpPr/>
          <p:nvPr/>
        </p:nvSpPr>
        <p:spPr>
          <a:xfrm>
            <a:off x="2811780" y="3703320"/>
            <a:ext cx="1611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1800"/>
              <a:buFont typeface="Cambria"/>
              <a:buNone/>
            </a:pPr>
            <a:r>
              <a:rPr b="1" lang="en" sz="1800">
                <a:solidFill>
                  <a:srgbClr val="F2A93B"/>
                </a:solidFill>
                <a:latin typeface="Cambria"/>
                <a:ea typeface="Cambria"/>
                <a:cs typeface="Cambria"/>
                <a:sym typeface="Cambria"/>
              </a:rPr>
              <a:t>1</a:t>
            </a:r>
            <a:r>
              <a:rPr b="1" i="0" lang="en" sz="1800" u="none" cap="none" strike="noStrike">
                <a:solidFill>
                  <a:srgbClr val="F2A93B"/>
                </a:solidFill>
                <a:latin typeface="Cambria"/>
                <a:ea typeface="Cambria"/>
                <a:cs typeface="Cambria"/>
                <a:sym typeface="Cambria"/>
              </a:rPr>
              <a:t>h00</a:t>
            </a:r>
            <a:endParaRPr b="0" i="0" sz="1800" u="none" cap="none" strike="noStrike">
              <a:solidFill>
                <a:schemeClr val="dk1"/>
              </a:solidFill>
              <a:latin typeface="Calibri"/>
              <a:ea typeface="Calibri"/>
              <a:cs typeface="Calibri"/>
              <a:sym typeface="Calibri"/>
            </a:endParaRPr>
          </a:p>
        </p:txBody>
      </p:sp>
      <p:sp>
        <p:nvSpPr>
          <p:cNvPr id="249" name="Google Shape;249;p39"/>
          <p:cNvSpPr/>
          <p:nvPr/>
        </p:nvSpPr>
        <p:spPr>
          <a:xfrm>
            <a:off x="2811780" y="4046220"/>
            <a:ext cx="161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B8"/>
              </a:buClr>
              <a:buSzPts val="700"/>
              <a:buFont typeface="Calibri"/>
              <a:buNone/>
            </a:pPr>
            <a:r>
              <a:rPr b="0" i="0" lang="en" sz="700" u="none" cap="none" strike="noStrike">
                <a:solidFill>
                  <a:srgbClr val="9AA0B8"/>
                </a:solidFill>
                <a:latin typeface="Calibri"/>
                <a:ea typeface="Calibri"/>
                <a:cs typeface="Calibri"/>
                <a:sym typeface="Calibri"/>
              </a:rPr>
              <a:t>temps de </a:t>
            </a:r>
            <a:r>
              <a:rPr lang="en" sz="700">
                <a:solidFill>
                  <a:srgbClr val="9AA0B8"/>
                </a:solidFill>
                <a:latin typeface="Calibri"/>
                <a:ea typeface="Calibri"/>
                <a:cs typeface="Calibri"/>
                <a:sym typeface="Calibri"/>
              </a:rPr>
              <a:t>formation</a:t>
            </a:r>
            <a:endParaRPr b="0" i="0" sz="700" u="none" cap="none" strike="noStrike">
              <a:solidFill>
                <a:schemeClr val="dk1"/>
              </a:solidFill>
              <a:latin typeface="Calibri"/>
              <a:ea typeface="Calibri"/>
              <a:cs typeface="Calibri"/>
              <a:sym typeface="Calibri"/>
            </a:endParaRPr>
          </a:p>
        </p:txBody>
      </p:sp>
      <p:sp>
        <p:nvSpPr>
          <p:cNvPr id="250" name="Google Shape;250;p39"/>
          <p:cNvSpPr/>
          <p:nvPr/>
        </p:nvSpPr>
        <p:spPr>
          <a:xfrm>
            <a:off x="4800600" y="1200150"/>
            <a:ext cx="2023200" cy="3086100"/>
          </a:xfrm>
          <a:prstGeom prst="roundRect">
            <a:avLst>
              <a:gd fmla="val 3390"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1" name="Google Shape;251;p39"/>
          <p:cNvSpPr/>
          <p:nvPr/>
        </p:nvSpPr>
        <p:spPr>
          <a:xfrm>
            <a:off x="5006340" y="1440180"/>
            <a:ext cx="411600" cy="411600"/>
          </a:xfrm>
          <a:prstGeom prst="ellipse">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2" name="Google Shape;252;p39"/>
          <p:cNvSpPr/>
          <p:nvPr/>
        </p:nvSpPr>
        <p:spPr>
          <a:xfrm>
            <a:off x="5006340" y="1440180"/>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 sz="1500" u="none" cap="none" strike="noStrike">
                <a:solidFill>
                  <a:srgbClr val="FFFFFF"/>
                </a:solidFill>
                <a:latin typeface="Calibri"/>
                <a:ea typeface="Calibri"/>
                <a:cs typeface="Calibri"/>
                <a:sym typeface="Calibri"/>
              </a:rPr>
              <a:t>3</a:t>
            </a:r>
            <a:endParaRPr b="0" i="0" sz="1500" u="none" cap="none" strike="noStrike">
              <a:solidFill>
                <a:schemeClr val="dk1"/>
              </a:solidFill>
              <a:latin typeface="Calibri"/>
              <a:ea typeface="Calibri"/>
              <a:cs typeface="Calibri"/>
              <a:sym typeface="Calibri"/>
            </a:endParaRPr>
          </a:p>
        </p:txBody>
      </p:sp>
      <p:sp>
        <p:nvSpPr>
          <p:cNvPr id="253" name="Google Shape;253;p39"/>
          <p:cNvSpPr/>
          <p:nvPr/>
        </p:nvSpPr>
        <p:spPr>
          <a:xfrm>
            <a:off x="5006340" y="1988820"/>
            <a:ext cx="1611600" cy="51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mbria"/>
              <a:buNone/>
            </a:pPr>
            <a:r>
              <a:rPr b="1" lang="en" sz="1300">
                <a:solidFill>
                  <a:srgbClr val="1E2761"/>
                </a:solidFill>
                <a:latin typeface="Cambria"/>
                <a:ea typeface="Cambria"/>
                <a:cs typeface="Cambria"/>
                <a:sym typeface="Cambria"/>
              </a:rPr>
              <a:t>Optimisation</a:t>
            </a:r>
            <a:endParaRPr b="0" i="0" sz="1300" u="none" cap="none" strike="noStrike">
              <a:solidFill>
                <a:schemeClr val="dk1"/>
              </a:solidFill>
              <a:latin typeface="Calibri"/>
              <a:ea typeface="Calibri"/>
              <a:cs typeface="Calibri"/>
              <a:sym typeface="Calibri"/>
            </a:endParaRPr>
          </a:p>
        </p:txBody>
      </p:sp>
      <p:sp>
        <p:nvSpPr>
          <p:cNvPr id="254" name="Google Shape;254;p39"/>
          <p:cNvSpPr/>
          <p:nvPr/>
        </p:nvSpPr>
        <p:spPr>
          <a:xfrm>
            <a:off x="5006340" y="2537460"/>
            <a:ext cx="161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F63"/>
              </a:buClr>
              <a:buSzPts val="900"/>
              <a:buFont typeface="Calibri"/>
              <a:buNone/>
            </a:pPr>
            <a:r>
              <a:rPr lang="en" sz="900">
                <a:solidFill>
                  <a:srgbClr val="4A4F63"/>
                </a:solidFill>
                <a:latin typeface="Calibri"/>
                <a:ea typeface="Calibri"/>
                <a:cs typeface="Calibri"/>
                <a:sym typeface="Calibri"/>
              </a:rPr>
              <a:t>Point d’étape: suivi et optimisation de la configuration</a:t>
            </a:r>
            <a:endParaRPr b="0" i="0" sz="900" u="none" cap="none" strike="noStrike">
              <a:solidFill>
                <a:schemeClr val="dk1"/>
              </a:solidFill>
              <a:latin typeface="Calibri"/>
              <a:ea typeface="Calibri"/>
              <a:cs typeface="Calibri"/>
              <a:sym typeface="Calibri"/>
            </a:endParaRPr>
          </a:p>
        </p:txBody>
      </p:sp>
      <p:cxnSp>
        <p:nvCxnSpPr>
          <p:cNvPr id="255" name="Google Shape;255;p39"/>
          <p:cNvCxnSpPr/>
          <p:nvPr/>
        </p:nvCxnSpPr>
        <p:spPr>
          <a:xfrm>
            <a:off x="5006340" y="3600450"/>
            <a:ext cx="1611600" cy="0"/>
          </a:xfrm>
          <a:prstGeom prst="straightConnector1">
            <a:avLst/>
          </a:prstGeom>
          <a:noFill/>
          <a:ln cap="flat" cmpd="sng" w="9525">
            <a:solidFill>
              <a:srgbClr val="E4E7F2"/>
            </a:solidFill>
            <a:prstDash val="solid"/>
            <a:round/>
            <a:headEnd len="sm" w="sm" type="none"/>
            <a:tailEnd len="sm" w="sm" type="none"/>
          </a:ln>
        </p:spPr>
      </p:cxnSp>
      <p:sp>
        <p:nvSpPr>
          <p:cNvPr id="256" name="Google Shape;256;p39"/>
          <p:cNvSpPr/>
          <p:nvPr/>
        </p:nvSpPr>
        <p:spPr>
          <a:xfrm>
            <a:off x="5006340" y="3703320"/>
            <a:ext cx="1611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1800"/>
              <a:buFont typeface="Cambria"/>
              <a:buNone/>
            </a:pPr>
            <a:r>
              <a:rPr b="1" lang="en" sz="1800">
                <a:solidFill>
                  <a:srgbClr val="F2A93B"/>
                </a:solidFill>
                <a:latin typeface="Cambria"/>
                <a:ea typeface="Cambria"/>
                <a:cs typeface="Cambria"/>
                <a:sym typeface="Cambria"/>
              </a:rPr>
              <a:t>30 min*</a:t>
            </a:r>
            <a:endParaRPr b="0" i="0" sz="1800" u="none" cap="none" strike="noStrike">
              <a:solidFill>
                <a:schemeClr val="dk1"/>
              </a:solidFill>
              <a:latin typeface="Calibri"/>
              <a:ea typeface="Calibri"/>
              <a:cs typeface="Calibri"/>
              <a:sym typeface="Calibri"/>
            </a:endParaRPr>
          </a:p>
        </p:txBody>
      </p:sp>
      <p:sp>
        <p:nvSpPr>
          <p:cNvPr id="257" name="Google Shape;257;p39"/>
          <p:cNvSpPr/>
          <p:nvPr/>
        </p:nvSpPr>
        <p:spPr>
          <a:xfrm>
            <a:off x="5006340" y="4046220"/>
            <a:ext cx="161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B8"/>
              </a:buClr>
              <a:buSzPts val="700"/>
              <a:buFont typeface="Calibri"/>
              <a:buNone/>
            </a:pPr>
            <a:r>
              <a:rPr b="0" i="0" lang="en" sz="700" u="none" cap="none" strike="noStrike">
                <a:solidFill>
                  <a:srgbClr val="9AA0B8"/>
                </a:solidFill>
                <a:latin typeface="Calibri"/>
                <a:ea typeface="Calibri"/>
                <a:cs typeface="Calibri"/>
                <a:sym typeface="Calibri"/>
              </a:rPr>
              <a:t>temps </a:t>
            </a:r>
            <a:r>
              <a:rPr lang="en" sz="700">
                <a:solidFill>
                  <a:srgbClr val="9AA0B8"/>
                </a:solidFill>
                <a:latin typeface="Calibri"/>
                <a:ea typeface="Calibri"/>
                <a:cs typeface="Calibri"/>
                <a:sym typeface="Calibri"/>
              </a:rPr>
              <a:t>d'optimisation</a:t>
            </a:r>
            <a:endParaRPr b="0" i="0" sz="700" u="none" cap="none" strike="noStrike">
              <a:solidFill>
                <a:schemeClr val="dk1"/>
              </a:solidFill>
              <a:latin typeface="Calibri"/>
              <a:ea typeface="Calibri"/>
              <a:cs typeface="Calibri"/>
              <a:sym typeface="Calibri"/>
            </a:endParaRPr>
          </a:p>
        </p:txBody>
      </p:sp>
      <p:sp>
        <p:nvSpPr>
          <p:cNvPr id="258" name="Google Shape;258;p39"/>
          <p:cNvSpPr/>
          <p:nvPr/>
        </p:nvSpPr>
        <p:spPr>
          <a:xfrm>
            <a:off x="6995160" y="1200150"/>
            <a:ext cx="2023200" cy="3086100"/>
          </a:xfrm>
          <a:prstGeom prst="roundRect">
            <a:avLst>
              <a:gd fmla="val 3390"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9" name="Google Shape;259;p39"/>
          <p:cNvSpPr/>
          <p:nvPr/>
        </p:nvSpPr>
        <p:spPr>
          <a:xfrm>
            <a:off x="7200900" y="1440180"/>
            <a:ext cx="411600" cy="411600"/>
          </a:xfrm>
          <a:prstGeom prst="ellipse">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0" name="Google Shape;260;p39"/>
          <p:cNvSpPr/>
          <p:nvPr/>
        </p:nvSpPr>
        <p:spPr>
          <a:xfrm>
            <a:off x="7200900" y="1440180"/>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 sz="1500" u="none" cap="none" strike="noStrike">
                <a:solidFill>
                  <a:srgbClr val="FFFFFF"/>
                </a:solidFill>
                <a:latin typeface="Calibri"/>
                <a:ea typeface="Calibri"/>
                <a:cs typeface="Calibri"/>
                <a:sym typeface="Calibri"/>
              </a:rPr>
              <a:t>4</a:t>
            </a:r>
            <a:endParaRPr b="0" i="0" sz="1500" u="none" cap="none" strike="noStrike">
              <a:solidFill>
                <a:schemeClr val="dk1"/>
              </a:solidFill>
              <a:latin typeface="Calibri"/>
              <a:ea typeface="Calibri"/>
              <a:cs typeface="Calibri"/>
              <a:sym typeface="Calibri"/>
            </a:endParaRPr>
          </a:p>
        </p:txBody>
      </p:sp>
      <p:sp>
        <p:nvSpPr>
          <p:cNvPr id="261" name="Google Shape;261;p39"/>
          <p:cNvSpPr/>
          <p:nvPr/>
        </p:nvSpPr>
        <p:spPr>
          <a:xfrm>
            <a:off x="7200900" y="1988820"/>
            <a:ext cx="1611600" cy="51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mbria"/>
              <a:buNone/>
            </a:pPr>
            <a:r>
              <a:rPr b="1" lang="en" sz="1300">
                <a:solidFill>
                  <a:srgbClr val="1E2761"/>
                </a:solidFill>
                <a:latin typeface="Cambria"/>
                <a:ea typeface="Cambria"/>
                <a:cs typeface="Cambria"/>
                <a:sym typeface="Cambria"/>
              </a:rPr>
              <a:t>Utilisateurs</a:t>
            </a:r>
            <a:endParaRPr b="0" i="0" sz="1300" u="none" cap="none" strike="noStrike">
              <a:solidFill>
                <a:schemeClr val="dk1"/>
              </a:solidFill>
              <a:latin typeface="Calibri"/>
              <a:ea typeface="Calibri"/>
              <a:cs typeface="Calibri"/>
              <a:sym typeface="Calibri"/>
            </a:endParaRPr>
          </a:p>
        </p:txBody>
      </p:sp>
      <p:sp>
        <p:nvSpPr>
          <p:cNvPr id="262" name="Google Shape;262;p39"/>
          <p:cNvSpPr/>
          <p:nvPr/>
        </p:nvSpPr>
        <p:spPr>
          <a:xfrm>
            <a:off x="7200900" y="2537460"/>
            <a:ext cx="161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F63"/>
              </a:buClr>
              <a:buSzPts val="900"/>
              <a:buFont typeface="Calibri"/>
              <a:buNone/>
            </a:pPr>
            <a:r>
              <a:rPr lang="en" sz="900">
                <a:solidFill>
                  <a:srgbClr val="4A4F63"/>
                </a:solidFill>
                <a:latin typeface="Calibri"/>
                <a:ea typeface="Calibri"/>
                <a:cs typeface="Calibri"/>
                <a:sym typeface="Calibri"/>
              </a:rPr>
              <a:t>Formation utilisateur </a:t>
            </a:r>
            <a:endParaRPr b="0" i="0" sz="900" u="none" cap="none" strike="noStrike">
              <a:solidFill>
                <a:schemeClr val="dk1"/>
              </a:solidFill>
              <a:latin typeface="Calibri"/>
              <a:ea typeface="Calibri"/>
              <a:cs typeface="Calibri"/>
              <a:sym typeface="Calibri"/>
            </a:endParaRPr>
          </a:p>
        </p:txBody>
      </p:sp>
      <p:cxnSp>
        <p:nvCxnSpPr>
          <p:cNvPr id="263" name="Google Shape;263;p39"/>
          <p:cNvCxnSpPr/>
          <p:nvPr/>
        </p:nvCxnSpPr>
        <p:spPr>
          <a:xfrm>
            <a:off x="7200900" y="3600450"/>
            <a:ext cx="1611600" cy="0"/>
          </a:xfrm>
          <a:prstGeom prst="straightConnector1">
            <a:avLst/>
          </a:prstGeom>
          <a:noFill/>
          <a:ln cap="flat" cmpd="sng" w="9525">
            <a:solidFill>
              <a:srgbClr val="E4E7F2"/>
            </a:solidFill>
            <a:prstDash val="solid"/>
            <a:round/>
            <a:headEnd len="sm" w="sm" type="none"/>
            <a:tailEnd len="sm" w="sm" type="none"/>
          </a:ln>
        </p:spPr>
      </p:cxnSp>
      <p:sp>
        <p:nvSpPr>
          <p:cNvPr id="264" name="Google Shape;264;p39"/>
          <p:cNvSpPr/>
          <p:nvPr/>
        </p:nvSpPr>
        <p:spPr>
          <a:xfrm>
            <a:off x="7200900" y="3703320"/>
            <a:ext cx="1611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1800"/>
              <a:buFont typeface="Cambria"/>
              <a:buNone/>
            </a:pPr>
            <a:r>
              <a:rPr b="1" lang="en" sz="1800">
                <a:solidFill>
                  <a:srgbClr val="F2A93B"/>
                </a:solidFill>
                <a:latin typeface="Cambria"/>
                <a:ea typeface="Cambria"/>
                <a:cs typeface="Cambria"/>
                <a:sym typeface="Cambria"/>
              </a:rPr>
              <a:t>1h** </a:t>
            </a:r>
            <a:endParaRPr b="0" i="0" sz="1800" u="none" cap="none" strike="noStrike">
              <a:solidFill>
                <a:schemeClr val="dk1"/>
              </a:solidFill>
              <a:latin typeface="Calibri"/>
              <a:ea typeface="Calibri"/>
              <a:cs typeface="Calibri"/>
              <a:sym typeface="Calibri"/>
            </a:endParaRPr>
          </a:p>
        </p:txBody>
      </p:sp>
      <p:sp>
        <p:nvSpPr>
          <p:cNvPr id="265" name="Google Shape;265;p39"/>
          <p:cNvSpPr/>
          <p:nvPr/>
        </p:nvSpPr>
        <p:spPr>
          <a:xfrm>
            <a:off x="7200900" y="4046220"/>
            <a:ext cx="161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B8"/>
              </a:buClr>
              <a:buSzPts val="700"/>
              <a:buFont typeface="Calibri"/>
              <a:buNone/>
            </a:pPr>
            <a:r>
              <a:rPr b="0" i="0" lang="en" sz="700" u="none" cap="none" strike="noStrike">
                <a:solidFill>
                  <a:srgbClr val="9AA0B8"/>
                </a:solidFill>
                <a:latin typeface="Calibri"/>
                <a:ea typeface="Calibri"/>
                <a:cs typeface="Calibri"/>
                <a:sym typeface="Calibri"/>
              </a:rPr>
              <a:t>temps de </a:t>
            </a:r>
            <a:r>
              <a:rPr lang="en" sz="700">
                <a:solidFill>
                  <a:srgbClr val="9AA0B8"/>
                </a:solidFill>
                <a:latin typeface="Calibri"/>
                <a:ea typeface="Calibri"/>
                <a:cs typeface="Calibri"/>
                <a:sym typeface="Calibri"/>
              </a:rPr>
              <a:t>formation</a:t>
            </a:r>
            <a:endParaRPr b="0" i="0" sz="700" u="none" cap="none" strike="noStrike">
              <a:solidFill>
                <a:schemeClr val="dk1"/>
              </a:solidFill>
              <a:latin typeface="Calibri"/>
              <a:ea typeface="Calibri"/>
              <a:cs typeface="Calibri"/>
              <a:sym typeface="Calibri"/>
            </a:endParaRPr>
          </a:p>
        </p:txBody>
      </p:sp>
      <p:sp>
        <p:nvSpPr>
          <p:cNvPr id="266" name="Google Shape;266;p39"/>
          <p:cNvSpPr/>
          <p:nvPr/>
        </p:nvSpPr>
        <p:spPr>
          <a:xfrm>
            <a:off x="411480" y="4457700"/>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F63"/>
              </a:buClr>
              <a:buSzPts val="900"/>
              <a:buFont typeface="Calibri"/>
              <a:buNone/>
            </a:pPr>
            <a:r>
              <a:rPr b="1" i="1" lang="en" sz="1300">
                <a:solidFill>
                  <a:srgbClr val="F2A93B"/>
                </a:solidFill>
                <a:latin typeface="Cambria"/>
                <a:ea typeface="Cambria"/>
                <a:cs typeface="Cambria"/>
                <a:sym typeface="Cambria"/>
              </a:rPr>
              <a:t>*</a:t>
            </a:r>
            <a:r>
              <a:rPr i="1" lang="en" sz="900">
                <a:solidFill>
                  <a:srgbClr val="4A4F63"/>
                </a:solidFill>
                <a:latin typeface="Calibri"/>
                <a:ea typeface="Calibri"/>
                <a:cs typeface="Calibri"/>
                <a:sym typeface="Calibri"/>
              </a:rPr>
              <a:t>Point hebdomadaire possible en fonction du nombre de licences et de la complexité de la configuration</a:t>
            </a:r>
            <a:br>
              <a:rPr b="1" i="1" lang="en" sz="1300">
                <a:solidFill>
                  <a:srgbClr val="F2A93B"/>
                </a:solidFill>
                <a:latin typeface="Cambria"/>
                <a:ea typeface="Cambria"/>
                <a:cs typeface="Cambria"/>
                <a:sym typeface="Cambria"/>
              </a:rPr>
            </a:br>
            <a:r>
              <a:rPr b="1" i="1" lang="en" sz="1300">
                <a:solidFill>
                  <a:srgbClr val="F2A93B"/>
                </a:solidFill>
                <a:latin typeface="Cambria"/>
                <a:ea typeface="Cambria"/>
                <a:cs typeface="Cambria"/>
                <a:sym typeface="Cambria"/>
              </a:rPr>
              <a:t>**</a:t>
            </a:r>
            <a:r>
              <a:rPr i="1" lang="en" sz="900">
                <a:solidFill>
                  <a:srgbClr val="4A4F63"/>
                </a:solidFill>
                <a:latin typeface="Calibri"/>
                <a:ea typeface="Calibri"/>
                <a:cs typeface="Calibri"/>
                <a:sym typeface="Calibri"/>
              </a:rPr>
              <a:t>Plusieurs séances </a:t>
            </a:r>
            <a:r>
              <a:rPr i="1" lang="en" sz="900">
                <a:solidFill>
                  <a:srgbClr val="4A4F63"/>
                </a:solidFill>
                <a:latin typeface="Calibri"/>
                <a:ea typeface="Calibri"/>
                <a:cs typeface="Calibri"/>
                <a:sym typeface="Calibri"/>
              </a:rPr>
              <a:t>possibles en fonction du nombre d’utilisateur ou de l’organisation définit lors du Kick off</a:t>
            </a:r>
            <a:endParaRPr b="0" i="0" sz="900" u="none" cap="none" strike="noStrike">
              <a:solidFill>
                <a:schemeClr val="dk1"/>
              </a:solidFill>
              <a:latin typeface="Calibri"/>
              <a:ea typeface="Calibri"/>
              <a:cs typeface="Calibri"/>
              <a:sym typeface="Calibri"/>
            </a:endParaRPr>
          </a:p>
        </p:txBody>
      </p:sp>
      <p:sp>
        <p:nvSpPr>
          <p:cNvPr id="267" name="Google Shape;267;p39"/>
          <p:cNvSpPr/>
          <p:nvPr/>
        </p:nvSpPr>
        <p:spPr>
          <a:xfrm>
            <a:off x="411480" y="490347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B8"/>
              </a:buClr>
              <a:buSzPts val="700"/>
              <a:buFont typeface="Calibri"/>
              <a:buNone/>
            </a:pPr>
            <a:r>
              <a:rPr b="0" i="0" lang="en" sz="700" u="none" cap="none" strike="noStrike">
                <a:solidFill>
                  <a:srgbClr val="9AA0B8"/>
                </a:solidFill>
                <a:latin typeface="Calibri"/>
                <a:ea typeface="Calibri"/>
                <a:cs typeface="Calibri"/>
                <a:sym typeface="Calibri"/>
              </a:rPr>
              <a:t>Ringover — Feuille de route de déploiement</a:t>
            </a:r>
            <a:endParaRPr b="0" i="0" sz="700" u="none" cap="none" strike="noStrike">
              <a:solidFill>
                <a:schemeClr val="dk1"/>
              </a:solidFill>
              <a:latin typeface="Calibri"/>
              <a:ea typeface="Calibri"/>
              <a:cs typeface="Calibri"/>
              <a:sym typeface="Calibri"/>
            </a:endParaRPr>
          </a:p>
        </p:txBody>
      </p:sp>
      <p:sp>
        <p:nvSpPr>
          <p:cNvPr id="268" name="Google Shape;268;p39"/>
          <p:cNvSpPr/>
          <p:nvPr/>
        </p:nvSpPr>
        <p:spPr>
          <a:xfrm>
            <a:off x="8572500" y="4903470"/>
            <a:ext cx="2742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0B8"/>
              </a:buClr>
              <a:buSzPts val="700"/>
              <a:buFont typeface="Calibri"/>
              <a:buNone/>
            </a:pPr>
            <a:r>
              <a:rPr b="0" i="0" lang="en" sz="700" u="none" cap="none" strike="noStrike">
                <a:solidFill>
                  <a:srgbClr val="9AA0B8"/>
                </a:solidFill>
                <a:latin typeface="Calibri"/>
                <a:ea typeface="Calibri"/>
                <a:cs typeface="Calibri"/>
                <a:sym typeface="Calibri"/>
              </a:rPr>
              <a:t>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273" name="Shape 273"/>
        <p:cNvGrpSpPr/>
        <p:nvPr/>
      </p:nvGrpSpPr>
      <p:grpSpPr>
        <a:xfrm>
          <a:off x="0" y="0"/>
          <a:ext cx="0" cy="0"/>
          <a:chOff x="0" y="0"/>
          <a:chExt cx="0" cy="0"/>
        </a:xfrm>
      </p:grpSpPr>
      <p:sp>
        <p:nvSpPr>
          <p:cNvPr id="274" name="Google Shape;274;p40"/>
          <p:cNvSpPr/>
          <p:nvPr/>
        </p:nvSpPr>
        <p:spPr>
          <a:xfrm>
            <a:off x="411480" y="308610"/>
            <a:ext cx="54864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300"/>
              <a:buFont typeface="Cambria"/>
              <a:buNone/>
            </a:pPr>
            <a:r>
              <a:rPr b="1" i="0" lang="en" sz="2300" u="none" cap="none" strike="noStrike">
                <a:solidFill>
                  <a:srgbClr val="1E2761"/>
                </a:solidFill>
                <a:latin typeface="Cambria"/>
                <a:ea typeface="Cambria"/>
                <a:cs typeface="Cambria"/>
                <a:sym typeface="Cambria"/>
              </a:rPr>
              <a:t>Vue d'ensemble</a:t>
            </a:r>
            <a:endParaRPr b="0" i="0" sz="2300" u="none" cap="none" strike="noStrike">
              <a:solidFill>
                <a:schemeClr val="dk1"/>
              </a:solidFill>
              <a:latin typeface="Calibri"/>
              <a:ea typeface="Calibri"/>
              <a:cs typeface="Calibri"/>
              <a:sym typeface="Calibri"/>
            </a:endParaRPr>
          </a:p>
        </p:txBody>
      </p:sp>
      <p:sp>
        <p:nvSpPr>
          <p:cNvPr id="275" name="Google Shape;275;p40"/>
          <p:cNvSpPr/>
          <p:nvPr/>
        </p:nvSpPr>
        <p:spPr>
          <a:xfrm>
            <a:off x="411480" y="1200150"/>
            <a:ext cx="2023200" cy="3086100"/>
          </a:xfrm>
          <a:prstGeom prst="roundRect">
            <a:avLst>
              <a:gd fmla="val 3390"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6" name="Google Shape;276;p40"/>
          <p:cNvSpPr/>
          <p:nvPr/>
        </p:nvSpPr>
        <p:spPr>
          <a:xfrm>
            <a:off x="617220" y="1440180"/>
            <a:ext cx="411600" cy="411600"/>
          </a:xfrm>
          <a:prstGeom prst="ellipse">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7" name="Google Shape;277;p40"/>
          <p:cNvSpPr/>
          <p:nvPr/>
        </p:nvSpPr>
        <p:spPr>
          <a:xfrm>
            <a:off x="617220" y="1440180"/>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 sz="1500">
                <a:solidFill>
                  <a:srgbClr val="FFFFFF"/>
                </a:solidFill>
                <a:latin typeface="Calibri"/>
                <a:ea typeface="Calibri"/>
                <a:cs typeface="Calibri"/>
                <a:sym typeface="Calibri"/>
              </a:rPr>
              <a:t>5</a:t>
            </a:r>
            <a:endParaRPr b="0" i="0" sz="1500" u="none" cap="none" strike="noStrike">
              <a:solidFill>
                <a:schemeClr val="dk1"/>
              </a:solidFill>
              <a:latin typeface="Calibri"/>
              <a:ea typeface="Calibri"/>
              <a:cs typeface="Calibri"/>
              <a:sym typeface="Calibri"/>
            </a:endParaRPr>
          </a:p>
        </p:txBody>
      </p:sp>
      <p:sp>
        <p:nvSpPr>
          <p:cNvPr id="278" name="Google Shape;278;p40"/>
          <p:cNvSpPr/>
          <p:nvPr/>
        </p:nvSpPr>
        <p:spPr>
          <a:xfrm>
            <a:off x="617220" y="1988820"/>
            <a:ext cx="1611600" cy="51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mbria"/>
              <a:buNone/>
            </a:pPr>
            <a:r>
              <a:rPr b="1" lang="en" sz="1300">
                <a:solidFill>
                  <a:srgbClr val="1E2761"/>
                </a:solidFill>
                <a:latin typeface="Cambria"/>
                <a:ea typeface="Cambria"/>
                <a:cs typeface="Cambria"/>
                <a:sym typeface="Cambria"/>
              </a:rPr>
              <a:t>Portabilité</a:t>
            </a:r>
            <a:endParaRPr b="0" i="0" sz="1300" u="none" cap="none" strike="noStrike">
              <a:solidFill>
                <a:schemeClr val="dk1"/>
              </a:solidFill>
              <a:latin typeface="Calibri"/>
              <a:ea typeface="Calibri"/>
              <a:cs typeface="Calibri"/>
              <a:sym typeface="Calibri"/>
            </a:endParaRPr>
          </a:p>
        </p:txBody>
      </p:sp>
      <p:sp>
        <p:nvSpPr>
          <p:cNvPr id="279" name="Google Shape;279;p40"/>
          <p:cNvSpPr/>
          <p:nvPr/>
        </p:nvSpPr>
        <p:spPr>
          <a:xfrm>
            <a:off x="617220" y="2537460"/>
            <a:ext cx="161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F63"/>
              </a:buClr>
              <a:buSzPts val="900"/>
              <a:buFont typeface="Calibri"/>
              <a:buNone/>
            </a:pPr>
            <a:r>
              <a:rPr lang="en" sz="900">
                <a:solidFill>
                  <a:srgbClr val="4A4F63"/>
                </a:solidFill>
                <a:latin typeface="Calibri"/>
                <a:ea typeface="Calibri"/>
                <a:cs typeface="Calibri"/>
                <a:sym typeface="Calibri"/>
              </a:rPr>
              <a:t>Bascule </a:t>
            </a:r>
            <a:endParaRPr b="0" i="0" sz="900" u="none" cap="none" strike="noStrike">
              <a:solidFill>
                <a:schemeClr val="dk1"/>
              </a:solidFill>
              <a:latin typeface="Calibri"/>
              <a:ea typeface="Calibri"/>
              <a:cs typeface="Calibri"/>
              <a:sym typeface="Calibri"/>
            </a:endParaRPr>
          </a:p>
        </p:txBody>
      </p:sp>
      <p:cxnSp>
        <p:nvCxnSpPr>
          <p:cNvPr id="280" name="Google Shape;280;p40"/>
          <p:cNvCxnSpPr/>
          <p:nvPr/>
        </p:nvCxnSpPr>
        <p:spPr>
          <a:xfrm>
            <a:off x="617220" y="3600450"/>
            <a:ext cx="1611600" cy="0"/>
          </a:xfrm>
          <a:prstGeom prst="straightConnector1">
            <a:avLst/>
          </a:prstGeom>
          <a:noFill/>
          <a:ln cap="flat" cmpd="sng" w="9525">
            <a:solidFill>
              <a:srgbClr val="E4E7F2"/>
            </a:solidFill>
            <a:prstDash val="solid"/>
            <a:round/>
            <a:headEnd len="sm" w="sm" type="none"/>
            <a:tailEnd len="sm" w="sm" type="none"/>
          </a:ln>
        </p:spPr>
      </p:cxnSp>
      <p:sp>
        <p:nvSpPr>
          <p:cNvPr id="281" name="Google Shape;281;p40"/>
          <p:cNvSpPr/>
          <p:nvPr/>
        </p:nvSpPr>
        <p:spPr>
          <a:xfrm>
            <a:off x="617220" y="3703320"/>
            <a:ext cx="1611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1800"/>
              <a:buFont typeface="Cambria"/>
              <a:buNone/>
            </a:pPr>
            <a:r>
              <a:t/>
            </a:r>
            <a:endParaRPr b="0" i="0" sz="1800" u="none" cap="none" strike="noStrike">
              <a:solidFill>
                <a:schemeClr val="dk1"/>
              </a:solidFill>
              <a:latin typeface="Calibri"/>
              <a:ea typeface="Calibri"/>
              <a:cs typeface="Calibri"/>
              <a:sym typeface="Calibri"/>
            </a:endParaRPr>
          </a:p>
        </p:txBody>
      </p:sp>
      <p:sp>
        <p:nvSpPr>
          <p:cNvPr id="282" name="Google Shape;282;p40"/>
          <p:cNvSpPr/>
          <p:nvPr/>
        </p:nvSpPr>
        <p:spPr>
          <a:xfrm>
            <a:off x="2606040" y="1200150"/>
            <a:ext cx="2023200" cy="3086100"/>
          </a:xfrm>
          <a:prstGeom prst="roundRect">
            <a:avLst>
              <a:gd fmla="val 3390"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3" name="Google Shape;283;p40"/>
          <p:cNvSpPr/>
          <p:nvPr/>
        </p:nvSpPr>
        <p:spPr>
          <a:xfrm>
            <a:off x="2811780" y="1440180"/>
            <a:ext cx="411600" cy="411600"/>
          </a:xfrm>
          <a:prstGeom prst="ellipse">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4" name="Google Shape;284;p40"/>
          <p:cNvSpPr/>
          <p:nvPr/>
        </p:nvSpPr>
        <p:spPr>
          <a:xfrm>
            <a:off x="2811780" y="1440180"/>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 sz="1500">
                <a:solidFill>
                  <a:srgbClr val="FFFFFF"/>
                </a:solidFill>
                <a:latin typeface="Calibri"/>
                <a:ea typeface="Calibri"/>
                <a:cs typeface="Calibri"/>
                <a:sym typeface="Calibri"/>
              </a:rPr>
              <a:t>6</a:t>
            </a:r>
            <a:endParaRPr b="0" i="0" sz="1500" u="none" cap="none" strike="noStrike">
              <a:solidFill>
                <a:schemeClr val="dk1"/>
              </a:solidFill>
              <a:latin typeface="Calibri"/>
              <a:ea typeface="Calibri"/>
              <a:cs typeface="Calibri"/>
              <a:sym typeface="Calibri"/>
            </a:endParaRPr>
          </a:p>
        </p:txBody>
      </p:sp>
      <p:sp>
        <p:nvSpPr>
          <p:cNvPr id="285" name="Google Shape;285;p40"/>
          <p:cNvSpPr/>
          <p:nvPr/>
        </p:nvSpPr>
        <p:spPr>
          <a:xfrm>
            <a:off x="2811780" y="1988820"/>
            <a:ext cx="1611600" cy="51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mbria"/>
              <a:buNone/>
            </a:pPr>
            <a:r>
              <a:rPr b="1" lang="en" sz="1300">
                <a:solidFill>
                  <a:srgbClr val="1E2761"/>
                </a:solidFill>
                <a:latin typeface="Cambria"/>
                <a:ea typeface="Cambria"/>
                <a:cs typeface="Cambria"/>
                <a:sym typeface="Cambria"/>
              </a:rPr>
              <a:t>Superviseur</a:t>
            </a:r>
            <a:endParaRPr b="0" i="0" sz="1300" u="none" cap="none" strike="noStrike">
              <a:solidFill>
                <a:schemeClr val="dk1"/>
              </a:solidFill>
              <a:latin typeface="Calibri"/>
              <a:ea typeface="Calibri"/>
              <a:cs typeface="Calibri"/>
              <a:sym typeface="Calibri"/>
            </a:endParaRPr>
          </a:p>
        </p:txBody>
      </p:sp>
      <p:sp>
        <p:nvSpPr>
          <p:cNvPr id="286" name="Google Shape;286;p40"/>
          <p:cNvSpPr/>
          <p:nvPr/>
        </p:nvSpPr>
        <p:spPr>
          <a:xfrm>
            <a:off x="2811780" y="2537460"/>
            <a:ext cx="161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F63"/>
              </a:buClr>
              <a:buSzPts val="900"/>
              <a:buFont typeface="Calibri"/>
              <a:buNone/>
            </a:pPr>
            <a:r>
              <a:rPr lang="en" sz="900">
                <a:solidFill>
                  <a:srgbClr val="4A4F63"/>
                </a:solidFill>
                <a:latin typeface="Calibri"/>
                <a:ea typeface="Calibri"/>
                <a:cs typeface="Calibri"/>
                <a:sym typeface="Calibri"/>
              </a:rPr>
              <a:t>Formation Superviseur</a:t>
            </a:r>
            <a:endParaRPr b="0" i="0" sz="900" u="none" cap="none" strike="noStrike">
              <a:solidFill>
                <a:schemeClr val="dk1"/>
              </a:solidFill>
              <a:latin typeface="Calibri"/>
              <a:ea typeface="Calibri"/>
              <a:cs typeface="Calibri"/>
              <a:sym typeface="Calibri"/>
            </a:endParaRPr>
          </a:p>
        </p:txBody>
      </p:sp>
      <p:cxnSp>
        <p:nvCxnSpPr>
          <p:cNvPr id="287" name="Google Shape;287;p40"/>
          <p:cNvCxnSpPr/>
          <p:nvPr/>
        </p:nvCxnSpPr>
        <p:spPr>
          <a:xfrm>
            <a:off x="2811780" y="3600450"/>
            <a:ext cx="1611600" cy="0"/>
          </a:xfrm>
          <a:prstGeom prst="straightConnector1">
            <a:avLst/>
          </a:prstGeom>
          <a:noFill/>
          <a:ln cap="flat" cmpd="sng" w="9525">
            <a:solidFill>
              <a:srgbClr val="E4E7F2"/>
            </a:solidFill>
            <a:prstDash val="solid"/>
            <a:round/>
            <a:headEnd len="sm" w="sm" type="none"/>
            <a:tailEnd len="sm" w="sm" type="none"/>
          </a:ln>
        </p:spPr>
      </p:cxnSp>
      <p:sp>
        <p:nvSpPr>
          <p:cNvPr id="288" name="Google Shape;288;p40"/>
          <p:cNvSpPr/>
          <p:nvPr/>
        </p:nvSpPr>
        <p:spPr>
          <a:xfrm>
            <a:off x="2811780" y="3703320"/>
            <a:ext cx="1611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1800"/>
              <a:buFont typeface="Cambria"/>
              <a:buNone/>
            </a:pPr>
            <a:r>
              <a:rPr b="1" lang="en" sz="1800">
                <a:solidFill>
                  <a:srgbClr val="F2A93B"/>
                </a:solidFill>
                <a:latin typeface="Cambria"/>
                <a:ea typeface="Cambria"/>
                <a:cs typeface="Cambria"/>
                <a:sym typeface="Cambria"/>
              </a:rPr>
              <a:t>1</a:t>
            </a:r>
            <a:r>
              <a:rPr b="1" i="0" lang="en" sz="1800" u="none" cap="none" strike="noStrike">
                <a:solidFill>
                  <a:srgbClr val="F2A93B"/>
                </a:solidFill>
                <a:latin typeface="Cambria"/>
                <a:ea typeface="Cambria"/>
                <a:cs typeface="Cambria"/>
                <a:sym typeface="Cambria"/>
              </a:rPr>
              <a:t>h00</a:t>
            </a:r>
            <a:endParaRPr b="0" i="0" sz="1800" u="none" cap="none" strike="noStrike">
              <a:solidFill>
                <a:schemeClr val="dk1"/>
              </a:solidFill>
              <a:latin typeface="Calibri"/>
              <a:ea typeface="Calibri"/>
              <a:cs typeface="Calibri"/>
              <a:sym typeface="Calibri"/>
            </a:endParaRPr>
          </a:p>
        </p:txBody>
      </p:sp>
      <p:sp>
        <p:nvSpPr>
          <p:cNvPr id="289" name="Google Shape;289;p40"/>
          <p:cNvSpPr/>
          <p:nvPr/>
        </p:nvSpPr>
        <p:spPr>
          <a:xfrm>
            <a:off x="2811780" y="4046220"/>
            <a:ext cx="161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B8"/>
              </a:buClr>
              <a:buSzPts val="700"/>
              <a:buFont typeface="Calibri"/>
              <a:buNone/>
            </a:pPr>
            <a:r>
              <a:rPr b="0" i="0" lang="en" sz="700" u="none" cap="none" strike="noStrike">
                <a:solidFill>
                  <a:srgbClr val="9AA0B8"/>
                </a:solidFill>
                <a:latin typeface="Calibri"/>
                <a:ea typeface="Calibri"/>
                <a:cs typeface="Calibri"/>
                <a:sym typeface="Calibri"/>
              </a:rPr>
              <a:t>temps de </a:t>
            </a:r>
            <a:r>
              <a:rPr lang="en" sz="700">
                <a:solidFill>
                  <a:srgbClr val="9AA0B8"/>
                </a:solidFill>
                <a:latin typeface="Calibri"/>
                <a:ea typeface="Calibri"/>
                <a:cs typeface="Calibri"/>
                <a:sym typeface="Calibri"/>
              </a:rPr>
              <a:t>formation</a:t>
            </a:r>
            <a:endParaRPr b="0" i="0" sz="700" u="none" cap="none" strike="noStrike">
              <a:solidFill>
                <a:schemeClr val="dk1"/>
              </a:solidFill>
              <a:latin typeface="Calibri"/>
              <a:ea typeface="Calibri"/>
              <a:cs typeface="Calibri"/>
              <a:sym typeface="Calibri"/>
            </a:endParaRPr>
          </a:p>
        </p:txBody>
      </p:sp>
      <p:sp>
        <p:nvSpPr>
          <p:cNvPr id="290" name="Google Shape;290;p40"/>
          <p:cNvSpPr/>
          <p:nvPr/>
        </p:nvSpPr>
        <p:spPr>
          <a:xfrm>
            <a:off x="4800600" y="1200150"/>
            <a:ext cx="2023200" cy="3086100"/>
          </a:xfrm>
          <a:prstGeom prst="roundRect">
            <a:avLst>
              <a:gd fmla="val 3390"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1" name="Google Shape;291;p40"/>
          <p:cNvSpPr/>
          <p:nvPr/>
        </p:nvSpPr>
        <p:spPr>
          <a:xfrm>
            <a:off x="5006340" y="1440180"/>
            <a:ext cx="411600" cy="411600"/>
          </a:xfrm>
          <a:prstGeom prst="ellipse">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2" name="Google Shape;292;p40"/>
          <p:cNvSpPr/>
          <p:nvPr/>
        </p:nvSpPr>
        <p:spPr>
          <a:xfrm>
            <a:off x="5006340" y="1440180"/>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 sz="1500">
                <a:solidFill>
                  <a:srgbClr val="FFFFFF"/>
                </a:solidFill>
                <a:latin typeface="Calibri"/>
                <a:ea typeface="Calibri"/>
                <a:cs typeface="Calibri"/>
                <a:sym typeface="Calibri"/>
              </a:rPr>
              <a:t>7</a:t>
            </a:r>
            <a:endParaRPr b="0" i="0" sz="1500" u="none" cap="none" strike="noStrike">
              <a:solidFill>
                <a:schemeClr val="dk1"/>
              </a:solidFill>
              <a:latin typeface="Calibri"/>
              <a:ea typeface="Calibri"/>
              <a:cs typeface="Calibri"/>
              <a:sym typeface="Calibri"/>
            </a:endParaRPr>
          </a:p>
        </p:txBody>
      </p:sp>
      <p:sp>
        <p:nvSpPr>
          <p:cNvPr id="293" name="Google Shape;293;p40"/>
          <p:cNvSpPr/>
          <p:nvPr/>
        </p:nvSpPr>
        <p:spPr>
          <a:xfrm>
            <a:off x="5006340" y="1988820"/>
            <a:ext cx="1611600" cy="51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mbria"/>
              <a:buNone/>
            </a:pPr>
            <a:r>
              <a:rPr b="1" lang="en" sz="1300">
                <a:solidFill>
                  <a:srgbClr val="1E2761"/>
                </a:solidFill>
                <a:latin typeface="Cambria"/>
                <a:ea typeface="Cambria"/>
                <a:cs typeface="Cambria"/>
                <a:sym typeface="Cambria"/>
              </a:rPr>
              <a:t>Q&amp;A</a:t>
            </a:r>
            <a:endParaRPr b="0" i="0" sz="1300" u="none" cap="none" strike="noStrike">
              <a:solidFill>
                <a:schemeClr val="dk1"/>
              </a:solidFill>
              <a:latin typeface="Calibri"/>
              <a:ea typeface="Calibri"/>
              <a:cs typeface="Calibri"/>
              <a:sym typeface="Calibri"/>
            </a:endParaRPr>
          </a:p>
        </p:txBody>
      </p:sp>
      <p:sp>
        <p:nvSpPr>
          <p:cNvPr id="294" name="Google Shape;294;p40"/>
          <p:cNvSpPr/>
          <p:nvPr/>
        </p:nvSpPr>
        <p:spPr>
          <a:xfrm>
            <a:off x="5006340" y="2537460"/>
            <a:ext cx="161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F63"/>
              </a:buClr>
              <a:buSzPts val="900"/>
              <a:buFont typeface="Calibri"/>
              <a:buNone/>
            </a:pPr>
            <a:r>
              <a:rPr lang="en" sz="900">
                <a:solidFill>
                  <a:srgbClr val="4A4F63"/>
                </a:solidFill>
                <a:latin typeface="Calibri"/>
                <a:ea typeface="Calibri"/>
                <a:cs typeface="Calibri"/>
                <a:sym typeface="Calibri"/>
              </a:rPr>
              <a:t>Point d’étape: sessions questions/réponses avec superviseurs </a:t>
            </a:r>
            <a:endParaRPr b="0" i="0" sz="900" u="none" cap="none" strike="noStrike">
              <a:solidFill>
                <a:schemeClr val="dk1"/>
              </a:solidFill>
              <a:latin typeface="Calibri"/>
              <a:ea typeface="Calibri"/>
              <a:cs typeface="Calibri"/>
              <a:sym typeface="Calibri"/>
            </a:endParaRPr>
          </a:p>
        </p:txBody>
      </p:sp>
      <p:cxnSp>
        <p:nvCxnSpPr>
          <p:cNvPr id="295" name="Google Shape;295;p40"/>
          <p:cNvCxnSpPr/>
          <p:nvPr/>
        </p:nvCxnSpPr>
        <p:spPr>
          <a:xfrm>
            <a:off x="5006340" y="3600450"/>
            <a:ext cx="1611600" cy="0"/>
          </a:xfrm>
          <a:prstGeom prst="straightConnector1">
            <a:avLst/>
          </a:prstGeom>
          <a:noFill/>
          <a:ln cap="flat" cmpd="sng" w="9525">
            <a:solidFill>
              <a:srgbClr val="E4E7F2"/>
            </a:solidFill>
            <a:prstDash val="solid"/>
            <a:round/>
            <a:headEnd len="sm" w="sm" type="none"/>
            <a:tailEnd len="sm" w="sm" type="none"/>
          </a:ln>
        </p:spPr>
      </p:cxnSp>
      <p:sp>
        <p:nvSpPr>
          <p:cNvPr id="296" name="Google Shape;296;p40"/>
          <p:cNvSpPr/>
          <p:nvPr/>
        </p:nvSpPr>
        <p:spPr>
          <a:xfrm>
            <a:off x="5006340" y="3703320"/>
            <a:ext cx="1611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1800"/>
              <a:buFont typeface="Cambria"/>
              <a:buNone/>
            </a:pPr>
            <a:r>
              <a:rPr b="1" lang="en" sz="1800">
                <a:solidFill>
                  <a:srgbClr val="F2A93B"/>
                </a:solidFill>
                <a:latin typeface="Cambria"/>
                <a:ea typeface="Cambria"/>
                <a:cs typeface="Cambria"/>
                <a:sym typeface="Cambria"/>
              </a:rPr>
              <a:t>30 min</a:t>
            </a:r>
            <a:endParaRPr b="0" i="0" sz="1800" u="none" cap="none" strike="noStrike">
              <a:solidFill>
                <a:schemeClr val="dk1"/>
              </a:solidFill>
              <a:latin typeface="Calibri"/>
              <a:ea typeface="Calibri"/>
              <a:cs typeface="Calibri"/>
              <a:sym typeface="Calibri"/>
            </a:endParaRPr>
          </a:p>
        </p:txBody>
      </p:sp>
      <p:sp>
        <p:nvSpPr>
          <p:cNvPr id="297" name="Google Shape;297;p40"/>
          <p:cNvSpPr/>
          <p:nvPr/>
        </p:nvSpPr>
        <p:spPr>
          <a:xfrm>
            <a:off x="5006340" y="4046220"/>
            <a:ext cx="161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B8"/>
              </a:buClr>
              <a:buSzPts val="700"/>
              <a:buFont typeface="Calibri"/>
              <a:buNone/>
            </a:pPr>
            <a:r>
              <a:rPr b="0" i="0" lang="en" sz="700" u="none" cap="none" strike="noStrike">
                <a:solidFill>
                  <a:srgbClr val="9AA0B8"/>
                </a:solidFill>
                <a:latin typeface="Calibri"/>
                <a:ea typeface="Calibri"/>
                <a:cs typeface="Calibri"/>
                <a:sym typeface="Calibri"/>
              </a:rPr>
              <a:t>temps </a:t>
            </a:r>
            <a:r>
              <a:rPr lang="en" sz="700">
                <a:solidFill>
                  <a:srgbClr val="9AA0B8"/>
                </a:solidFill>
                <a:latin typeface="Calibri"/>
                <a:ea typeface="Calibri"/>
                <a:cs typeface="Calibri"/>
                <a:sym typeface="Calibri"/>
              </a:rPr>
              <a:t>d'atelier</a:t>
            </a:r>
            <a:endParaRPr b="0" i="0" sz="700" u="none" cap="none" strike="noStrike">
              <a:solidFill>
                <a:schemeClr val="dk1"/>
              </a:solidFill>
              <a:latin typeface="Calibri"/>
              <a:ea typeface="Calibri"/>
              <a:cs typeface="Calibri"/>
              <a:sym typeface="Calibri"/>
            </a:endParaRPr>
          </a:p>
        </p:txBody>
      </p:sp>
      <p:sp>
        <p:nvSpPr>
          <p:cNvPr id="298" name="Google Shape;298;p40"/>
          <p:cNvSpPr/>
          <p:nvPr/>
        </p:nvSpPr>
        <p:spPr>
          <a:xfrm>
            <a:off x="6995160" y="1200150"/>
            <a:ext cx="2023200" cy="3086100"/>
          </a:xfrm>
          <a:prstGeom prst="roundRect">
            <a:avLst>
              <a:gd fmla="val 3390"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9" name="Google Shape;299;p40"/>
          <p:cNvSpPr/>
          <p:nvPr/>
        </p:nvSpPr>
        <p:spPr>
          <a:xfrm>
            <a:off x="7200900" y="1440180"/>
            <a:ext cx="411600" cy="411600"/>
          </a:xfrm>
          <a:prstGeom prst="ellipse">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0" name="Google Shape;300;p40"/>
          <p:cNvSpPr/>
          <p:nvPr/>
        </p:nvSpPr>
        <p:spPr>
          <a:xfrm>
            <a:off x="7200900" y="1440180"/>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 sz="1500">
                <a:solidFill>
                  <a:srgbClr val="FFFFFF"/>
                </a:solidFill>
                <a:latin typeface="Calibri"/>
                <a:ea typeface="Calibri"/>
                <a:cs typeface="Calibri"/>
                <a:sym typeface="Calibri"/>
              </a:rPr>
              <a:t>8</a:t>
            </a:r>
            <a:endParaRPr b="0" i="0" sz="1500" u="none" cap="none" strike="noStrike">
              <a:solidFill>
                <a:schemeClr val="dk1"/>
              </a:solidFill>
              <a:latin typeface="Calibri"/>
              <a:ea typeface="Calibri"/>
              <a:cs typeface="Calibri"/>
              <a:sym typeface="Calibri"/>
            </a:endParaRPr>
          </a:p>
        </p:txBody>
      </p:sp>
      <p:sp>
        <p:nvSpPr>
          <p:cNvPr id="301" name="Google Shape;301;p40"/>
          <p:cNvSpPr/>
          <p:nvPr/>
        </p:nvSpPr>
        <p:spPr>
          <a:xfrm>
            <a:off x="7200900" y="1988820"/>
            <a:ext cx="1611600" cy="51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mbria"/>
              <a:buNone/>
            </a:pPr>
            <a:r>
              <a:rPr b="1" lang="en" sz="1300">
                <a:solidFill>
                  <a:srgbClr val="1E2761"/>
                </a:solidFill>
                <a:latin typeface="Cambria"/>
                <a:ea typeface="Cambria"/>
                <a:cs typeface="Cambria"/>
                <a:sym typeface="Cambria"/>
              </a:rPr>
              <a:t>Fin d’onboarding</a:t>
            </a:r>
            <a:endParaRPr b="0" i="0" sz="1300" u="none" cap="none" strike="noStrike">
              <a:solidFill>
                <a:schemeClr val="dk1"/>
              </a:solidFill>
              <a:latin typeface="Calibri"/>
              <a:ea typeface="Calibri"/>
              <a:cs typeface="Calibri"/>
              <a:sym typeface="Calibri"/>
            </a:endParaRPr>
          </a:p>
        </p:txBody>
      </p:sp>
      <p:sp>
        <p:nvSpPr>
          <p:cNvPr id="302" name="Google Shape;302;p40"/>
          <p:cNvSpPr/>
          <p:nvPr/>
        </p:nvSpPr>
        <p:spPr>
          <a:xfrm>
            <a:off x="7200900" y="2537460"/>
            <a:ext cx="161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F63"/>
              </a:buClr>
              <a:buSzPts val="900"/>
              <a:buFont typeface="Calibri"/>
              <a:buNone/>
            </a:pPr>
            <a:r>
              <a:rPr lang="en" sz="900">
                <a:solidFill>
                  <a:srgbClr val="4A4F63"/>
                </a:solidFill>
                <a:latin typeface="Calibri"/>
                <a:ea typeface="Calibri"/>
                <a:cs typeface="Calibri"/>
                <a:sym typeface="Calibri"/>
              </a:rPr>
              <a:t>Revue des besoins, KPI, et formalisation et bilan du déploiement</a:t>
            </a:r>
            <a:endParaRPr b="0" i="0" sz="900" u="none" cap="none" strike="noStrike">
              <a:solidFill>
                <a:schemeClr val="dk1"/>
              </a:solidFill>
              <a:latin typeface="Calibri"/>
              <a:ea typeface="Calibri"/>
              <a:cs typeface="Calibri"/>
              <a:sym typeface="Calibri"/>
            </a:endParaRPr>
          </a:p>
        </p:txBody>
      </p:sp>
      <p:cxnSp>
        <p:nvCxnSpPr>
          <p:cNvPr id="303" name="Google Shape;303;p40"/>
          <p:cNvCxnSpPr/>
          <p:nvPr/>
        </p:nvCxnSpPr>
        <p:spPr>
          <a:xfrm>
            <a:off x="7200900" y="3600450"/>
            <a:ext cx="1611600" cy="0"/>
          </a:xfrm>
          <a:prstGeom prst="straightConnector1">
            <a:avLst/>
          </a:prstGeom>
          <a:noFill/>
          <a:ln cap="flat" cmpd="sng" w="9525">
            <a:solidFill>
              <a:srgbClr val="E4E7F2"/>
            </a:solidFill>
            <a:prstDash val="solid"/>
            <a:round/>
            <a:headEnd len="sm" w="sm" type="none"/>
            <a:tailEnd len="sm" w="sm" type="none"/>
          </a:ln>
        </p:spPr>
      </p:cxnSp>
      <p:sp>
        <p:nvSpPr>
          <p:cNvPr id="304" name="Google Shape;304;p40"/>
          <p:cNvSpPr/>
          <p:nvPr/>
        </p:nvSpPr>
        <p:spPr>
          <a:xfrm>
            <a:off x="7200900" y="3703320"/>
            <a:ext cx="1611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1800"/>
              <a:buFont typeface="Cambria"/>
              <a:buNone/>
            </a:pPr>
            <a:r>
              <a:rPr b="1" lang="en" sz="1800">
                <a:solidFill>
                  <a:srgbClr val="F2A93B"/>
                </a:solidFill>
                <a:latin typeface="Cambria"/>
                <a:ea typeface="Cambria"/>
                <a:cs typeface="Cambria"/>
                <a:sym typeface="Cambria"/>
              </a:rPr>
              <a:t>1h* </a:t>
            </a:r>
            <a:endParaRPr b="0" i="0" sz="1800" u="none" cap="none" strike="noStrike">
              <a:solidFill>
                <a:schemeClr val="dk1"/>
              </a:solidFill>
              <a:latin typeface="Calibri"/>
              <a:ea typeface="Calibri"/>
              <a:cs typeface="Calibri"/>
              <a:sym typeface="Calibri"/>
            </a:endParaRPr>
          </a:p>
        </p:txBody>
      </p:sp>
      <p:sp>
        <p:nvSpPr>
          <p:cNvPr id="305" name="Google Shape;305;p40"/>
          <p:cNvSpPr/>
          <p:nvPr/>
        </p:nvSpPr>
        <p:spPr>
          <a:xfrm>
            <a:off x="7200900" y="4046220"/>
            <a:ext cx="161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B8"/>
              </a:buClr>
              <a:buSzPts val="700"/>
              <a:buFont typeface="Calibri"/>
              <a:buNone/>
            </a:pPr>
            <a:r>
              <a:rPr lang="en" sz="700">
                <a:solidFill>
                  <a:srgbClr val="9AA0B8"/>
                </a:solidFill>
                <a:latin typeface="Calibri"/>
                <a:ea typeface="Calibri"/>
                <a:cs typeface="Calibri"/>
                <a:sym typeface="Calibri"/>
              </a:rPr>
              <a:t>Réunion de clôture</a:t>
            </a:r>
            <a:endParaRPr b="0" i="0" sz="700" u="none" cap="none" strike="noStrike">
              <a:solidFill>
                <a:schemeClr val="dk1"/>
              </a:solidFill>
              <a:latin typeface="Calibri"/>
              <a:ea typeface="Calibri"/>
              <a:cs typeface="Calibri"/>
              <a:sym typeface="Calibri"/>
            </a:endParaRPr>
          </a:p>
        </p:txBody>
      </p:sp>
      <p:sp>
        <p:nvSpPr>
          <p:cNvPr id="306" name="Google Shape;306;p40"/>
          <p:cNvSpPr/>
          <p:nvPr/>
        </p:nvSpPr>
        <p:spPr>
          <a:xfrm>
            <a:off x="411480" y="4457700"/>
            <a:ext cx="8229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A4F63"/>
              </a:buClr>
              <a:buSzPts val="1150"/>
              <a:buFont typeface="Calibri"/>
              <a:buNone/>
            </a:pPr>
            <a:r>
              <a:rPr i="1" lang="en" sz="1150">
                <a:solidFill>
                  <a:srgbClr val="4A4F63"/>
                </a:solidFill>
                <a:latin typeface="Calibri"/>
                <a:ea typeface="Calibri"/>
                <a:cs typeface="Calibri"/>
                <a:sym typeface="Calibri"/>
              </a:rPr>
              <a:t>Total estimé : ~6 de formations, réparties en plusieurs sessions courtes plutôt qu'en un seul bloc</a:t>
            </a:r>
            <a:endParaRPr b="0" i="0" sz="900" u="none" cap="none" strike="noStrike">
              <a:solidFill>
                <a:schemeClr val="dk1"/>
              </a:solidFill>
              <a:latin typeface="Calibri"/>
              <a:ea typeface="Calibri"/>
              <a:cs typeface="Calibri"/>
              <a:sym typeface="Calibri"/>
            </a:endParaRPr>
          </a:p>
        </p:txBody>
      </p:sp>
      <p:sp>
        <p:nvSpPr>
          <p:cNvPr id="307" name="Google Shape;307;p40"/>
          <p:cNvSpPr/>
          <p:nvPr/>
        </p:nvSpPr>
        <p:spPr>
          <a:xfrm>
            <a:off x="411480" y="490347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B8"/>
              </a:buClr>
              <a:buSzPts val="700"/>
              <a:buFont typeface="Calibri"/>
              <a:buNone/>
            </a:pPr>
            <a:r>
              <a:rPr b="0" i="0" lang="en" sz="700" u="none" cap="none" strike="noStrike">
                <a:solidFill>
                  <a:srgbClr val="9AA0B8"/>
                </a:solidFill>
                <a:latin typeface="Calibri"/>
                <a:ea typeface="Calibri"/>
                <a:cs typeface="Calibri"/>
                <a:sym typeface="Calibri"/>
              </a:rPr>
              <a:t>Ringover — Feuille de route de déploiement</a:t>
            </a:r>
            <a:endParaRPr b="0" i="0" sz="700" u="none" cap="none" strike="noStrike">
              <a:solidFill>
                <a:schemeClr val="dk1"/>
              </a:solidFill>
              <a:latin typeface="Calibri"/>
              <a:ea typeface="Calibri"/>
              <a:cs typeface="Calibri"/>
              <a:sym typeface="Calibri"/>
            </a:endParaRPr>
          </a:p>
        </p:txBody>
      </p:sp>
      <p:sp>
        <p:nvSpPr>
          <p:cNvPr id="308" name="Google Shape;308;p40"/>
          <p:cNvSpPr/>
          <p:nvPr/>
        </p:nvSpPr>
        <p:spPr>
          <a:xfrm>
            <a:off x="8572500" y="4903470"/>
            <a:ext cx="2742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0B8"/>
              </a:buClr>
              <a:buSzPts val="700"/>
              <a:buFont typeface="Calibri"/>
              <a:buNone/>
            </a:pPr>
            <a:r>
              <a:rPr b="0" i="0" lang="en" sz="700" u="none" cap="none" strike="noStrike">
                <a:solidFill>
                  <a:srgbClr val="9AA0B8"/>
                </a:solidFill>
                <a:latin typeface="Calibri"/>
                <a:ea typeface="Calibri"/>
                <a:cs typeface="Calibri"/>
                <a:sym typeface="Calibri"/>
              </a:rPr>
              <a:t>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313" name="Shape 313"/>
        <p:cNvGrpSpPr/>
        <p:nvPr/>
      </p:nvGrpSpPr>
      <p:grpSpPr>
        <a:xfrm>
          <a:off x="0" y="0"/>
          <a:ext cx="0" cy="0"/>
          <a:chOff x="0" y="0"/>
          <a:chExt cx="0" cy="0"/>
        </a:xfrm>
      </p:grpSpPr>
      <p:sp>
        <p:nvSpPr>
          <p:cNvPr id="314" name="Google Shape;314;p41"/>
          <p:cNvSpPr/>
          <p:nvPr/>
        </p:nvSpPr>
        <p:spPr>
          <a:xfrm>
            <a:off x="411480" y="274320"/>
            <a:ext cx="41148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900"/>
              <a:buFont typeface="Calibri"/>
              <a:buNone/>
            </a:pPr>
            <a:r>
              <a:rPr b="1" lang="en" sz="900">
                <a:solidFill>
                  <a:srgbClr val="F2A93B"/>
                </a:solidFill>
                <a:latin typeface="Calibri"/>
                <a:ea typeface="Calibri"/>
                <a:cs typeface="Calibri"/>
                <a:sym typeface="Calibri"/>
              </a:rPr>
              <a:t>Formation</a:t>
            </a:r>
            <a:r>
              <a:rPr b="1" i="0" lang="en" sz="900" u="none" cap="none" strike="noStrike">
                <a:solidFill>
                  <a:srgbClr val="F2A93B"/>
                </a:solidFill>
                <a:latin typeface="Calibri"/>
                <a:ea typeface="Calibri"/>
                <a:cs typeface="Calibri"/>
                <a:sym typeface="Calibri"/>
              </a:rPr>
              <a:t> 1</a:t>
            </a:r>
            <a:endParaRPr b="0" i="0" sz="900" u="none" cap="none" strike="noStrike">
              <a:solidFill>
                <a:schemeClr val="dk1"/>
              </a:solidFill>
              <a:latin typeface="Calibri"/>
              <a:ea typeface="Calibri"/>
              <a:cs typeface="Calibri"/>
              <a:sym typeface="Calibri"/>
            </a:endParaRPr>
          </a:p>
        </p:txBody>
      </p:sp>
      <p:sp>
        <p:nvSpPr>
          <p:cNvPr id="315" name="Google Shape;315;p41"/>
          <p:cNvSpPr/>
          <p:nvPr/>
        </p:nvSpPr>
        <p:spPr>
          <a:xfrm>
            <a:off x="411480" y="493776"/>
            <a:ext cx="58293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000"/>
              <a:buFont typeface="Cambria"/>
              <a:buNone/>
            </a:pPr>
            <a:r>
              <a:rPr b="1" lang="en" sz="2000">
                <a:solidFill>
                  <a:srgbClr val="1E2761"/>
                </a:solidFill>
                <a:latin typeface="Cambria"/>
                <a:ea typeface="Cambria"/>
                <a:cs typeface="Cambria"/>
                <a:sym typeface="Cambria"/>
              </a:rPr>
              <a:t>Administrateur</a:t>
            </a:r>
            <a:endParaRPr b="0" i="0" sz="2000" u="none" cap="none" strike="noStrike">
              <a:solidFill>
                <a:schemeClr val="dk1"/>
              </a:solidFill>
              <a:latin typeface="Calibri"/>
              <a:ea typeface="Calibri"/>
              <a:cs typeface="Calibri"/>
              <a:sym typeface="Calibri"/>
            </a:endParaRPr>
          </a:p>
        </p:txBody>
      </p:sp>
      <p:sp>
        <p:nvSpPr>
          <p:cNvPr id="316" name="Google Shape;316;p41"/>
          <p:cNvSpPr/>
          <p:nvPr/>
        </p:nvSpPr>
        <p:spPr>
          <a:xfrm>
            <a:off x="7269480" y="308610"/>
            <a:ext cx="1440300" cy="582900"/>
          </a:xfrm>
          <a:prstGeom prst="roundRect">
            <a:avLst>
              <a:gd fmla="val 9412" name="adj"/>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7" name="Google Shape;317;p41"/>
          <p:cNvSpPr/>
          <p:nvPr/>
        </p:nvSpPr>
        <p:spPr>
          <a:xfrm>
            <a:off x="7269480" y="342900"/>
            <a:ext cx="14403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93B"/>
              </a:buClr>
              <a:buSzPts val="1500"/>
              <a:buFont typeface="Cambria"/>
              <a:buNone/>
            </a:pPr>
            <a:r>
              <a:rPr b="1" lang="en" sz="1500">
                <a:solidFill>
                  <a:srgbClr val="F2A93B"/>
                </a:solidFill>
                <a:latin typeface="Cambria"/>
                <a:ea typeface="Cambria"/>
                <a:cs typeface="Cambria"/>
                <a:sym typeface="Cambria"/>
              </a:rPr>
              <a:t>1</a:t>
            </a:r>
            <a:r>
              <a:rPr b="1" i="0" lang="en" sz="1500" u="none" cap="none" strike="noStrike">
                <a:solidFill>
                  <a:srgbClr val="F2A93B"/>
                </a:solidFill>
                <a:latin typeface="Cambria"/>
                <a:ea typeface="Cambria"/>
                <a:cs typeface="Cambria"/>
                <a:sym typeface="Cambria"/>
              </a:rPr>
              <a:t>h</a:t>
            </a:r>
            <a:r>
              <a:rPr b="1" lang="en" sz="1500">
                <a:solidFill>
                  <a:srgbClr val="F2A93B"/>
                </a:solidFill>
                <a:latin typeface="Cambria"/>
                <a:ea typeface="Cambria"/>
                <a:cs typeface="Cambria"/>
                <a:sym typeface="Cambria"/>
              </a:rPr>
              <a:t>30</a:t>
            </a:r>
            <a:endParaRPr b="0" i="0" sz="1500" u="none" cap="none" strike="noStrike">
              <a:solidFill>
                <a:schemeClr val="dk1"/>
              </a:solidFill>
              <a:latin typeface="Calibri"/>
              <a:ea typeface="Calibri"/>
              <a:cs typeface="Calibri"/>
              <a:sym typeface="Calibri"/>
            </a:endParaRPr>
          </a:p>
        </p:txBody>
      </p:sp>
      <p:sp>
        <p:nvSpPr>
          <p:cNvPr id="318" name="Google Shape;318;p41"/>
          <p:cNvSpPr/>
          <p:nvPr/>
        </p:nvSpPr>
        <p:spPr>
          <a:xfrm>
            <a:off x="7269480" y="630936"/>
            <a:ext cx="14403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700"/>
              <a:buFont typeface="Calibri"/>
              <a:buNone/>
            </a:pPr>
            <a:r>
              <a:rPr b="0" i="0" lang="en" sz="700" u="none" cap="none" strike="noStrike">
                <a:solidFill>
                  <a:srgbClr val="CADCFC"/>
                </a:solidFill>
                <a:latin typeface="Calibri"/>
                <a:ea typeface="Calibri"/>
                <a:cs typeface="Calibri"/>
                <a:sym typeface="Calibri"/>
              </a:rPr>
              <a:t>total phase avec le CSM </a:t>
            </a:r>
            <a:endParaRPr b="0" i="0" sz="700" u="none" cap="none" strike="noStrike">
              <a:solidFill>
                <a:schemeClr val="dk1"/>
              </a:solidFill>
              <a:latin typeface="Calibri"/>
              <a:ea typeface="Calibri"/>
              <a:cs typeface="Calibri"/>
              <a:sym typeface="Calibri"/>
            </a:endParaRPr>
          </a:p>
        </p:txBody>
      </p:sp>
      <p:sp>
        <p:nvSpPr>
          <p:cNvPr id="319" name="Google Shape;319;p41"/>
          <p:cNvSpPr/>
          <p:nvPr/>
        </p:nvSpPr>
        <p:spPr>
          <a:xfrm>
            <a:off x="411480" y="1062990"/>
            <a:ext cx="2709000" cy="3669000"/>
          </a:xfrm>
          <a:prstGeom prst="roundRect">
            <a:avLst>
              <a:gd fmla="val 2532"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0" name="Google Shape;320;p41"/>
          <p:cNvSpPr/>
          <p:nvPr/>
        </p:nvSpPr>
        <p:spPr>
          <a:xfrm>
            <a:off x="617220" y="1268730"/>
            <a:ext cx="342900" cy="342900"/>
          </a:xfrm>
          <a:prstGeom prst="ellipse">
            <a:avLst/>
          </a:prstGeom>
          <a:solidFill>
            <a:srgbClr val="F2A9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1" name="Google Shape;321;p41"/>
          <p:cNvSpPr/>
          <p:nvPr/>
        </p:nvSpPr>
        <p:spPr>
          <a:xfrm>
            <a:off x="617220" y="1268730"/>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00"/>
              <a:buFont typeface="Calibri"/>
              <a:buNone/>
            </a:pPr>
            <a:r>
              <a:rPr b="1" i="0" lang="en" sz="1200" u="none" cap="none" strike="noStrike">
                <a:solidFill>
                  <a:srgbClr val="1E2761"/>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322" name="Google Shape;322;p41"/>
          <p:cNvSpPr/>
          <p:nvPr/>
        </p:nvSpPr>
        <p:spPr>
          <a:xfrm>
            <a:off x="2057400" y="1268730"/>
            <a:ext cx="85740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400"/>
              <a:buFont typeface="Cambria"/>
              <a:buNone/>
            </a:pPr>
            <a:r>
              <a:rPr b="1" i="0" lang="en" sz="1400" u="none" cap="none" strike="noStrike">
                <a:solidFill>
                  <a:srgbClr val="1E2761"/>
                </a:solidFill>
                <a:latin typeface="Cambria"/>
                <a:ea typeface="Cambria"/>
                <a:cs typeface="Cambria"/>
                <a:sym typeface="Cambria"/>
              </a:rPr>
              <a:t>1h</a:t>
            </a:r>
            <a:endParaRPr b="0" i="0" sz="1400" u="none" cap="none" strike="noStrike">
              <a:solidFill>
                <a:schemeClr val="dk1"/>
              </a:solidFill>
              <a:latin typeface="Calibri"/>
              <a:ea typeface="Calibri"/>
              <a:cs typeface="Calibri"/>
              <a:sym typeface="Calibri"/>
            </a:endParaRPr>
          </a:p>
        </p:txBody>
      </p:sp>
      <p:sp>
        <p:nvSpPr>
          <p:cNvPr id="323" name="Google Shape;323;p41"/>
          <p:cNvSpPr/>
          <p:nvPr/>
        </p:nvSpPr>
        <p:spPr>
          <a:xfrm>
            <a:off x="617220" y="1748790"/>
            <a:ext cx="2297400" cy="5145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1E2761"/>
              </a:buClr>
              <a:buSzPts val="1200"/>
              <a:buFont typeface="Cambria"/>
              <a:buNone/>
            </a:pPr>
            <a:r>
              <a:rPr b="1" lang="en" sz="1200">
                <a:solidFill>
                  <a:srgbClr val="1E2761"/>
                </a:solidFill>
                <a:latin typeface="Cambria"/>
                <a:ea typeface="Cambria"/>
                <a:cs typeface="Cambria"/>
                <a:sym typeface="Cambria"/>
              </a:rPr>
              <a:t>Formation</a:t>
            </a:r>
            <a:endParaRPr b="0" i="0" sz="1200" u="none" cap="none" strike="noStrike">
              <a:solidFill>
                <a:schemeClr val="dk1"/>
              </a:solidFill>
              <a:latin typeface="Calibri"/>
              <a:ea typeface="Calibri"/>
              <a:cs typeface="Calibri"/>
              <a:sym typeface="Calibri"/>
            </a:endParaRPr>
          </a:p>
        </p:txBody>
      </p:sp>
      <p:sp>
        <p:nvSpPr>
          <p:cNvPr id="324" name="Google Shape;324;p41"/>
          <p:cNvSpPr/>
          <p:nvPr/>
        </p:nvSpPr>
        <p:spPr>
          <a:xfrm>
            <a:off x="617220" y="2263140"/>
            <a:ext cx="2297400" cy="891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4A4F63"/>
              </a:buClr>
              <a:buSzPts val="800"/>
              <a:buFont typeface="Calibri"/>
              <a:buNone/>
            </a:pPr>
            <a:r>
              <a:rPr lang="en" sz="800">
                <a:solidFill>
                  <a:srgbClr val="4A4F63"/>
                </a:solidFill>
                <a:latin typeface="Calibri"/>
                <a:ea typeface="Calibri"/>
                <a:cs typeface="Calibri"/>
                <a:sym typeface="Calibri"/>
              </a:rPr>
              <a:t>Votre </a:t>
            </a:r>
            <a:r>
              <a:rPr lang="en" sz="800">
                <a:solidFill>
                  <a:srgbClr val="4A4F63"/>
                </a:solidFill>
                <a:latin typeface="Calibri"/>
                <a:ea typeface="Calibri"/>
                <a:cs typeface="Calibri"/>
                <a:sym typeface="Calibri"/>
              </a:rPr>
              <a:t>CSM vous guidera à travers différentes possibilités dans la configuration de votre plateforme en fonction de vos priorité et besoins.  </a:t>
            </a:r>
            <a:br>
              <a:rPr lang="en" sz="800">
                <a:solidFill>
                  <a:srgbClr val="4A4F63"/>
                </a:solidFill>
                <a:latin typeface="Calibri"/>
                <a:ea typeface="Calibri"/>
                <a:cs typeface="Calibri"/>
                <a:sym typeface="Calibri"/>
              </a:rPr>
            </a:br>
            <a:r>
              <a:rPr lang="en" sz="800">
                <a:solidFill>
                  <a:srgbClr val="4A4F63"/>
                </a:solidFill>
                <a:latin typeface="Calibri"/>
                <a:ea typeface="Calibri"/>
                <a:cs typeface="Calibri"/>
                <a:sym typeface="Calibri"/>
              </a:rPr>
              <a:t>Vous allez voir en détail :</a:t>
            </a:r>
            <a:br>
              <a:rPr lang="en" sz="800">
                <a:solidFill>
                  <a:srgbClr val="4A4F63"/>
                </a:solidFill>
                <a:latin typeface="Calibri"/>
                <a:ea typeface="Calibri"/>
                <a:cs typeface="Calibri"/>
                <a:sym typeface="Calibri"/>
              </a:rPr>
            </a:br>
            <a:r>
              <a:rPr lang="en" sz="800">
                <a:solidFill>
                  <a:srgbClr val="4A4F63"/>
                </a:solidFill>
                <a:latin typeface="Calibri"/>
                <a:ea typeface="Calibri"/>
                <a:cs typeface="Calibri"/>
                <a:sym typeface="Calibri"/>
              </a:rPr>
              <a:t>- la création et paramétrages des comptes utilisateurs</a:t>
            </a:r>
            <a:br>
              <a:rPr lang="en" sz="800">
                <a:solidFill>
                  <a:srgbClr val="4A4F63"/>
                </a:solidFill>
                <a:latin typeface="Calibri"/>
                <a:ea typeface="Calibri"/>
                <a:cs typeface="Calibri"/>
                <a:sym typeface="Calibri"/>
              </a:rPr>
            </a:br>
            <a:r>
              <a:rPr lang="en" sz="800">
                <a:solidFill>
                  <a:srgbClr val="4A4F63"/>
                </a:solidFill>
                <a:latin typeface="Calibri"/>
                <a:ea typeface="Calibri"/>
                <a:cs typeface="Calibri"/>
                <a:sym typeface="Calibri"/>
              </a:rPr>
              <a:t>- la création de vos SVI</a:t>
            </a:r>
            <a:br>
              <a:rPr lang="en" sz="800">
                <a:solidFill>
                  <a:srgbClr val="4A4F63"/>
                </a:solidFill>
                <a:latin typeface="Calibri"/>
                <a:ea typeface="Calibri"/>
                <a:cs typeface="Calibri"/>
                <a:sym typeface="Calibri"/>
              </a:rPr>
            </a:br>
            <a:r>
              <a:rPr lang="en" sz="800">
                <a:solidFill>
                  <a:srgbClr val="4A4F63"/>
                </a:solidFill>
                <a:latin typeface="Calibri"/>
                <a:ea typeface="Calibri"/>
                <a:cs typeface="Calibri"/>
                <a:sym typeface="Calibri"/>
              </a:rPr>
              <a:t>- les différentes personnalisations de votre outils</a:t>
            </a:r>
            <a:br>
              <a:rPr lang="en" sz="800">
                <a:solidFill>
                  <a:srgbClr val="4A4F63"/>
                </a:solidFill>
                <a:latin typeface="Calibri"/>
                <a:ea typeface="Calibri"/>
                <a:cs typeface="Calibri"/>
                <a:sym typeface="Calibri"/>
              </a:rPr>
            </a:br>
            <a:r>
              <a:rPr lang="en" sz="800">
                <a:solidFill>
                  <a:srgbClr val="4A4F63"/>
                </a:solidFill>
                <a:latin typeface="Calibri"/>
                <a:ea typeface="Calibri"/>
                <a:cs typeface="Calibri"/>
                <a:sym typeface="Calibri"/>
              </a:rPr>
              <a:t>- les intégrations</a:t>
            </a:r>
            <a:endParaRPr sz="800">
              <a:solidFill>
                <a:srgbClr val="4A4F63"/>
              </a:solidFill>
              <a:latin typeface="Calibri"/>
              <a:ea typeface="Calibri"/>
              <a:cs typeface="Calibri"/>
              <a:sym typeface="Calibri"/>
            </a:endParaRPr>
          </a:p>
        </p:txBody>
      </p:sp>
      <p:cxnSp>
        <p:nvCxnSpPr>
          <p:cNvPr id="325" name="Google Shape;325;p41"/>
          <p:cNvCxnSpPr/>
          <p:nvPr/>
        </p:nvCxnSpPr>
        <p:spPr>
          <a:xfrm>
            <a:off x="617345" y="3549545"/>
            <a:ext cx="2297400" cy="0"/>
          </a:xfrm>
          <a:prstGeom prst="straightConnector1">
            <a:avLst/>
          </a:prstGeom>
          <a:noFill/>
          <a:ln cap="flat" cmpd="sng" w="9525">
            <a:solidFill>
              <a:srgbClr val="E4E7F2"/>
            </a:solidFill>
            <a:prstDash val="solid"/>
            <a:round/>
            <a:headEnd len="sm" w="sm" type="none"/>
            <a:tailEnd len="sm" w="sm" type="none"/>
          </a:ln>
        </p:spPr>
      </p:cxnSp>
      <p:sp>
        <p:nvSpPr>
          <p:cNvPr id="326" name="Google Shape;326;p41"/>
          <p:cNvSpPr/>
          <p:nvPr/>
        </p:nvSpPr>
        <p:spPr>
          <a:xfrm>
            <a:off x="617345" y="3682740"/>
            <a:ext cx="2297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800"/>
              <a:buFont typeface="Calibri"/>
              <a:buNone/>
            </a:pPr>
            <a:r>
              <a:rPr b="1" i="0" lang="en" sz="800" u="none" cap="none" strike="noStrike">
                <a:solidFill>
                  <a:srgbClr val="F2A93B"/>
                </a:solidFill>
                <a:latin typeface="Calibri"/>
                <a:ea typeface="Calibri"/>
                <a:cs typeface="Calibri"/>
                <a:sym typeface="Calibri"/>
              </a:rPr>
              <a:t>À PRÉPARER</a:t>
            </a:r>
            <a:endParaRPr b="0" i="0" sz="800" u="none" cap="none" strike="noStrike">
              <a:solidFill>
                <a:schemeClr val="dk1"/>
              </a:solidFill>
              <a:latin typeface="Calibri"/>
              <a:ea typeface="Calibri"/>
              <a:cs typeface="Calibri"/>
              <a:sym typeface="Calibri"/>
            </a:endParaRPr>
          </a:p>
        </p:txBody>
      </p:sp>
      <p:sp>
        <p:nvSpPr>
          <p:cNvPr id="327" name="Google Shape;327;p41"/>
          <p:cNvSpPr/>
          <p:nvPr/>
        </p:nvSpPr>
        <p:spPr>
          <a:xfrm>
            <a:off x="617225" y="3992674"/>
            <a:ext cx="2297400" cy="684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A4F63"/>
              </a:buClr>
              <a:buSzPts val="800"/>
              <a:buFont typeface="Calibri"/>
              <a:buNone/>
            </a:pPr>
            <a:r>
              <a:rPr b="0" i="0" lang="en" sz="800" u="none" cap="none" strike="noStrike">
                <a:solidFill>
                  <a:srgbClr val="4A4F63"/>
                </a:solidFill>
                <a:latin typeface="Calibri"/>
                <a:ea typeface="Calibri"/>
                <a:cs typeface="Calibri"/>
                <a:sym typeface="Calibri"/>
              </a:rPr>
              <a:t> </a:t>
            </a:r>
            <a:r>
              <a:rPr lang="en" sz="800">
                <a:solidFill>
                  <a:srgbClr val="4A4F63"/>
                </a:solidFill>
                <a:latin typeface="Calibri"/>
                <a:ea typeface="Calibri"/>
                <a:cs typeface="Calibri"/>
                <a:sym typeface="Calibri"/>
              </a:rPr>
              <a:t>Décision sur les enregistrements des appels</a:t>
            </a:r>
            <a:br>
              <a:rPr b="0" i="0" lang="en" sz="800" u="none" cap="none" strike="noStrike">
                <a:solidFill>
                  <a:srgbClr val="4A4F63"/>
                </a:solidFill>
                <a:latin typeface="Calibri"/>
                <a:ea typeface="Calibri"/>
                <a:cs typeface="Calibri"/>
                <a:sym typeface="Calibri"/>
              </a:rPr>
            </a:br>
            <a:r>
              <a:rPr b="0" i="0" lang="en" sz="800" u="none" cap="none" strike="noStrike">
                <a:solidFill>
                  <a:srgbClr val="4A4F63"/>
                </a:solidFill>
                <a:latin typeface="Calibri"/>
                <a:ea typeface="Calibri"/>
                <a:cs typeface="Calibri"/>
                <a:sym typeface="Calibri"/>
              </a:rPr>
              <a:t>Type de SVI souhaité</a:t>
            </a:r>
            <a:br>
              <a:rPr b="0" i="0" lang="en" sz="800" u="none" cap="none" strike="noStrike">
                <a:solidFill>
                  <a:srgbClr val="4A4F63"/>
                </a:solidFill>
                <a:latin typeface="Calibri"/>
                <a:ea typeface="Calibri"/>
                <a:cs typeface="Calibri"/>
                <a:sym typeface="Calibri"/>
              </a:rPr>
            </a:br>
            <a:endParaRPr b="0" i="0" sz="800" u="none" cap="none" strike="noStrike">
              <a:solidFill>
                <a:schemeClr val="dk1"/>
              </a:solidFill>
              <a:latin typeface="Calibri"/>
              <a:ea typeface="Calibri"/>
              <a:cs typeface="Calibri"/>
              <a:sym typeface="Calibri"/>
            </a:endParaRPr>
          </a:p>
        </p:txBody>
      </p:sp>
      <p:sp>
        <p:nvSpPr>
          <p:cNvPr id="328" name="Google Shape;328;p41"/>
          <p:cNvSpPr/>
          <p:nvPr/>
        </p:nvSpPr>
        <p:spPr>
          <a:xfrm>
            <a:off x="3312414" y="1062990"/>
            <a:ext cx="2709000" cy="3669000"/>
          </a:xfrm>
          <a:prstGeom prst="roundRect">
            <a:avLst>
              <a:gd fmla="val 2532"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9" name="Google Shape;329;p41"/>
          <p:cNvSpPr/>
          <p:nvPr/>
        </p:nvSpPr>
        <p:spPr>
          <a:xfrm>
            <a:off x="3518154" y="1268730"/>
            <a:ext cx="342900" cy="342900"/>
          </a:xfrm>
          <a:prstGeom prst="ellipse">
            <a:avLst/>
          </a:prstGeom>
          <a:solidFill>
            <a:srgbClr val="F2A9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0" name="Google Shape;330;p41"/>
          <p:cNvSpPr/>
          <p:nvPr/>
        </p:nvSpPr>
        <p:spPr>
          <a:xfrm>
            <a:off x="3518154" y="1268730"/>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00"/>
              <a:buFont typeface="Calibri"/>
              <a:buNone/>
            </a:pPr>
            <a:r>
              <a:rPr b="1" i="0" lang="en" sz="1200" u="none" cap="none" strike="noStrike">
                <a:solidFill>
                  <a:srgbClr val="1E2761"/>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331" name="Google Shape;331;p41"/>
          <p:cNvSpPr/>
          <p:nvPr/>
        </p:nvSpPr>
        <p:spPr>
          <a:xfrm>
            <a:off x="4806548" y="1268725"/>
            <a:ext cx="100920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400"/>
              <a:buFont typeface="Cambria"/>
              <a:buNone/>
            </a:pPr>
            <a:r>
              <a:rPr b="1" lang="en">
                <a:solidFill>
                  <a:srgbClr val="1E2761"/>
                </a:solidFill>
                <a:latin typeface="Cambria"/>
                <a:ea typeface="Cambria"/>
                <a:cs typeface="Cambria"/>
                <a:sym typeface="Cambria"/>
              </a:rPr>
              <a:t>Temps variables***</a:t>
            </a:r>
            <a:endParaRPr b="0" i="0" sz="1400" u="none" cap="none" strike="noStrike">
              <a:solidFill>
                <a:schemeClr val="dk1"/>
              </a:solidFill>
              <a:latin typeface="Calibri"/>
              <a:ea typeface="Calibri"/>
              <a:cs typeface="Calibri"/>
              <a:sym typeface="Calibri"/>
            </a:endParaRPr>
          </a:p>
        </p:txBody>
      </p:sp>
      <p:sp>
        <p:nvSpPr>
          <p:cNvPr id="332" name="Google Shape;332;p41"/>
          <p:cNvSpPr/>
          <p:nvPr/>
        </p:nvSpPr>
        <p:spPr>
          <a:xfrm>
            <a:off x="3518154" y="1748790"/>
            <a:ext cx="2297400" cy="5145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1E2761"/>
              </a:buClr>
              <a:buSzPts val="1200"/>
              <a:buFont typeface="Cambria"/>
              <a:buNone/>
            </a:pPr>
            <a:r>
              <a:rPr b="1" lang="en" sz="1200">
                <a:solidFill>
                  <a:srgbClr val="1E2761"/>
                </a:solidFill>
                <a:latin typeface="Cambria"/>
                <a:ea typeface="Cambria"/>
                <a:cs typeface="Cambria"/>
                <a:sym typeface="Cambria"/>
              </a:rPr>
              <a:t>Configuration</a:t>
            </a:r>
            <a:endParaRPr b="0" i="0" sz="1200" u="none" cap="none" strike="noStrike">
              <a:solidFill>
                <a:schemeClr val="dk1"/>
              </a:solidFill>
              <a:latin typeface="Calibri"/>
              <a:ea typeface="Calibri"/>
              <a:cs typeface="Calibri"/>
              <a:sym typeface="Calibri"/>
            </a:endParaRPr>
          </a:p>
        </p:txBody>
      </p:sp>
      <p:sp>
        <p:nvSpPr>
          <p:cNvPr id="333" name="Google Shape;333;p41"/>
          <p:cNvSpPr/>
          <p:nvPr/>
        </p:nvSpPr>
        <p:spPr>
          <a:xfrm>
            <a:off x="3518150" y="2263150"/>
            <a:ext cx="2297400" cy="1235700"/>
          </a:xfrm>
          <a:prstGeom prst="rect">
            <a:avLst/>
          </a:prstGeom>
          <a:noFill/>
          <a:ln>
            <a:noFill/>
          </a:ln>
        </p:spPr>
        <p:txBody>
          <a:bodyPr anchorCtr="0" anchor="ctr" bIns="0" lIns="0" spcFirstLastPara="1" rIns="0" wrap="square" tIns="0">
            <a:noAutofit/>
          </a:bodyPr>
          <a:lstStyle/>
          <a:p>
            <a:pPr indent="0" lvl="0" marL="88900" marR="152400" rtl="0" algn="l">
              <a:lnSpc>
                <a:spcPct val="115000"/>
              </a:lnSpc>
              <a:spcBef>
                <a:spcPts val="300"/>
              </a:spcBef>
              <a:spcAft>
                <a:spcPts val="0"/>
              </a:spcAft>
              <a:buClr>
                <a:schemeClr val="dk1"/>
              </a:buClr>
              <a:buSzPts val="1100"/>
              <a:buFont typeface="Arial"/>
              <a:buNone/>
            </a:pPr>
            <a:r>
              <a:rPr lang="en" sz="800">
                <a:solidFill>
                  <a:srgbClr val="4A4F63"/>
                </a:solidFill>
                <a:latin typeface="Calibri"/>
                <a:ea typeface="Calibri"/>
                <a:cs typeface="Calibri"/>
                <a:sym typeface="Calibri"/>
              </a:rPr>
              <a:t>Vous serez en charge de la création et configuration des utilisateurs, des standards vocaux interactifs &amp; le paramétrage global du  compte. </a:t>
            </a:r>
            <a:br>
              <a:rPr lang="en" sz="800">
                <a:solidFill>
                  <a:srgbClr val="4A4F63"/>
                </a:solidFill>
                <a:latin typeface="Calibri"/>
                <a:ea typeface="Calibri"/>
                <a:cs typeface="Calibri"/>
                <a:sym typeface="Calibri"/>
              </a:rPr>
            </a:br>
            <a:br>
              <a:rPr lang="en" sz="800">
                <a:solidFill>
                  <a:srgbClr val="4A4F63"/>
                </a:solidFill>
                <a:latin typeface="Calibri"/>
                <a:ea typeface="Calibri"/>
                <a:cs typeface="Calibri"/>
                <a:sym typeface="Calibri"/>
              </a:rPr>
            </a:br>
            <a:r>
              <a:rPr i="1" lang="en" sz="800">
                <a:solidFill>
                  <a:srgbClr val="4A4F63"/>
                </a:solidFill>
                <a:latin typeface="Calibri"/>
                <a:ea typeface="Calibri"/>
                <a:cs typeface="Calibri"/>
                <a:sym typeface="Calibri"/>
              </a:rPr>
              <a:t>*** dépend  du nombre d’utilisateur et de la complexité du SVI</a:t>
            </a:r>
            <a:endParaRPr i="1" sz="800">
              <a:solidFill>
                <a:srgbClr val="4A4F63"/>
              </a:solidFill>
              <a:latin typeface="Calibri"/>
              <a:ea typeface="Calibri"/>
              <a:cs typeface="Calibri"/>
              <a:sym typeface="Calibri"/>
            </a:endParaRPr>
          </a:p>
          <a:p>
            <a:pPr indent="0" lvl="0" marL="0" marR="0" rtl="0" algn="l">
              <a:lnSpc>
                <a:spcPct val="115000"/>
              </a:lnSpc>
              <a:spcBef>
                <a:spcPts val="0"/>
              </a:spcBef>
              <a:spcAft>
                <a:spcPts val="0"/>
              </a:spcAft>
              <a:buClr>
                <a:srgbClr val="4A4F63"/>
              </a:buClr>
              <a:buSzPts val="800"/>
              <a:buFont typeface="Calibri"/>
              <a:buNone/>
            </a:pPr>
            <a:r>
              <a:t/>
            </a:r>
            <a:endParaRPr sz="800">
              <a:solidFill>
                <a:srgbClr val="4A4F63"/>
              </a:solidFill>
              <a:latin typeface="Calibri"/>
              <a:ea typeface="Calibri"/>
              <a:cs typeface="Calibri"/>
              <a:sym typeface="Calibri"/>
            </a:endParaRPr>
          </a:p>
        </p:txBody>
      </p:sp>
      <p:cxnSp>
        <p:nvCxnSpPr>
          <p:cNvPr id="334" name="Google Shape;334;p41"/>
          <p:cNvCxnSpPr/>
          <p:nvPr/>
        </p:nvCxnSpPr>
        <p:spPr>
          <a:xfrm>
            <a:off x="3518217" y="3534695"/>
            <a:ext cx="2297400" cy="0"/>
          </a:xfrm>
          <a:prstGeom prst="straightConnector1">
            <a:avLst/>
          </a:prstGeom>
          <a:noFill/>
          <a:ln cap="flat" cmpd="sng" w="9525">
            <a:solidFill>
              <a:srgbClr val="E4E7F2"/>
            </a:solidFill>
            <a:prstDash val="solid"/>
            <a:round/>
            <a:headEnd len="sm" w="sm" type="none"/>
            <a:tailEnd len="sm" w="sm" type="none"/>
          </a:ln>
        </p:spPr>
      </p:cxnSp>
      <p:sp>
        <p:nvSpPr>
          <p:cNvPr id="335" name="Google Shape;335;p41"/>
          <p:cNvSpPr/>
          <p:nvPr/>
        </p:nvSpPr>
        <p:spPr>
          <a:xfrm>
            <a:off x="3503304" y="3682740"/>
            <a:ext cx="2297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800"/>
              <a:buFont typeface="Calibri"/>
              <a:buNone/>
            </a:pPr>
            <a:r>
              <a:rPr b="1" i="0" lang="en" sz="800" u="none" cap="none" strike="noStrike">
                <a:solidFill>
                  <a:srgbClr val="F2A93B"/>
                </a:solidFill>
                <a:latin typeface="Calibri"/>
                <a:ea typeface="Calibri"/>
                <a:cs typeface="Calibri"/>
                <a:sym typeface="Calibri"/>
              </a:rPr>
              <a:t>À PRÉPARER</a:t>
            </a:r>
            <a:endParaRPr b="0" i="0" sz="800" u="none" cap="none" strike="noStrike">
              <a:solidFill>
                <a:schemeClr val="dk1"/>
              </a:solidFill>
              <a:latin typeface="Calibri"/>
              <a:ea typeface="Calibri"/>
              <a:cs typeface="Calibri"/>
              <a:sym typeface="Calibri"/>
            </a:endParaRPr>
          </a:p>
        </p:txBody>
      </p:sp>
      <p:sp>
        <p:nvSpPr>
          <p:cNvPr id="336" name="Google Shape;336;p41"/>
          <p:cNvSpPr/>
          <p:nvPr/>
        </p:nvSpPr>
        <p:spPr>
          <a:xfrm>
            <a:off x="3518150" y="4011224"/>
            <a:ext cx="2297400" cy="666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A4F63"/>
              </a:buClr>
              <a:buSzPts val="800"/>
              <a:buFont typeface="Calibri"/>
              <a:buNone/>
            </a:pPr>
            <a:r>
              <a:rPr b="0" i="0" lang="en" sz="800" u="none" cap="none" strike="noStrike">
                <a:solidFill>
                  <a:srgbClr val="4A4F63"/>
                </a:solidFill>
                <a:latin typeface="Calibri"/>
                <a:ea typeface="Calibri"/>
                <a:cs typeface="Calibri"/>
                <a:sym typeface="Calibri"/>
              </a:rPr>
              <a:t>Liste des utilisateurs avec le rôle souhaité pour chacun et l'organisation en équipes.</a:t>
            </a:r>
            <a:br>
              <a:rPr b="0" i="0" lang="en" sz="800" u="none" cap="none" strike="noStrike">
                <a:solidFill>
                  <a:srgbClr val="4A4F63"/>
                </a:solidFill>
                <a:latin typeface="Calibri"/>
                <a:ea typeface="Calibri"/>
                <a:cs typeface="Calibri"/>
                <a:sym typeface="Calibri"/>
              </a:rPr>
            </a:br>
            <a:r>
              <a:rPr b="0" i="0" lang="en" sz="800" u="none" cap="none" strike="noStrike">
                <a:solidFill>
                  <a:srgbClr val="4A4F63"/>
                </a:solidFill>
                <a:latin typeface="Calibri"/>
                <a:ea typeface="Calibri"/>
                <a:cs typeface="Calibri"/>
                <a:sym typeface="Calibri"/>
              </a:rPr>
              <a:t>Liste des fonctionnalités</a:t>
            </a:r>
            <a:r>
              <a:rPr lang="en" sz="800">
                <a:solidFill>
                  <a:srgbClr val="4A4F63"/>
                </a:solidFill>
                <a:latin typeface="Calibri"/>
                <a:ea typeface="Calibri"/>
                <a:cs typeface="Calibri"/>
                <a:sym typeface="Calibri"/>
              </a:rPr>
              <a:t> à activer</a:t>
            </a:r>
            <a:br>
              <a:rPr b="0" i="0" lang="en" sz="800" u="none" cap="none" strike="noStrike">
                <a:solidFill>
                  <a:srgbClr val="4A4F63"/>
                </a:solidFill>
                <a:latin typeface="Calibri"/>
                <a:ea typeface="Calibri"/>
                <a:cs typeface="Calibri"/>
                <a:sym typeface="Calibri"/>
              </a:rPr>
            </a:br>
            <a:r>
              <a:rPr lang="en" sz="800">
                <a:solidFill>
                  <a:srgbClr val="4A4F63"/>
                </a:solidFill>
                <a:latin typeface="Calibri"/>
                <a:ea typeface="Calibri"/>
                <a:cs typeface="Calibri"/>
                <a:sym typeface="Calibri"/>
              </a:rPr>
              <a:t>Annonce vocale des SVI</a:t>
            </a:r>
            <a:endParaRPr b="0" i="0" sz="800" u="none" cap="none" strike="noStrike">
              <a:solidFill>
                <a:schemeClr val="dk1"/>
              </a:solidFill>
              <a:latin typeface="Calibri"/>
              <a:ea typeface="Calibri"/>
              <a:cs typeface="Calibri"/>
              <a:sym typeface="Calibri"/>
            </a:endParaRPr>
          </a:p>
        </p:txBody>
      </p:sp>
      <p:sp>
        <p:nvSpPr>
          <p:cNvPr id="337" name="Google Shape;337;p41"/>
          <p:cNvSpPr/>
          <p:nvPr/>
        </p:nvSpPr>
        <p:spPr>
          <a:xfrm>
            <a:off x="6213348" y="1062990"/>
            <a:ext cx="2709000" cy="3669000"/>
          </a:xfrm>
          <a:prstGeom prst="roundRect">
            <a:avLst>
              <a:gd fmla="val 2532"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b="1" sz="1200">
              <a:solidFill>
                <a:srgbClr val="1E2761"/>
              </a:solidFill>
              <a:latin typeface="Cambria"/>
              <a:ea typeface="Cambria"/>
              <a:cs typeface="Cambria"/>
              <a:sym typeface="Cambria"/>
            </a:endParaRPr>
          </a:p>
        </p:txBody>
      </p:sp>
      <p:sp>
        <p:nvSpPr>
          <p:cNvPr id="338" name="Google Shape;338;p41"/>
          <p:cNvSpPr/>
          <p:nvPr/>
        </p:nvSpPr>
        <p:spPr>
          <a:xfrm>
            <a:off x="6419088" y="1268730"/>
            <a:ext cx="342900" cy="342900"/>
          </a:xfrm>
          <a:prstGeom prst="ellipse">
            <a:avLst/>
          </a:prstGeom>
          <a:solidFill>
            <a:srgbClr val="F2A9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9" name="Google Shape;339;p41"/>
          <p:cNvSpPr/>
          <p:nvPr/>
        </p:nvSpPr>
        <p:spPr>
          <a:xfrm>
            <a:off x="6419088" y="1268730"/>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00"/>
              <a:buFont typeface="Calibri"/>
              <a:buNone/>
            </a:pPr>
            <a:r>
              <a:rPr b="1" i="0" lang="en" sz="1200" u="none" cap="none" strike="noStrike">
                <a:solidFill>
                  <a:srgbClr val="1E2761"/>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340" name="Google Shape;340;p41"/>
          <p:cNvSpPr/>
          <p:nvPr/>
        </p:nvSpPr>
        <p:spPr>
          <a:xfrm>
            <a:off x="7859268" y="1268730"/>
            <a:ext cx="85740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400"/>
              <a:buFont typeface="Cambria"/>
              <a:buNone/>
            </a:pPr>
            <a:r>
              <a:rPr b="1" lang="en">
                <a:solidFill>
                  <a:srgbClr val="1E2761"/>
                </a:solidFill>
                <a:latin typeface="Cambria"/>
                <a:ea typeface="Cambria"/>
                <a:cs typeface="Cambria"/>
                <a:sym typeface="Cambria"/>
              </a:rPr>
              <a:t>30</a:t>
            </a:r>
            <a:r>
              <a:rPr b="1" i="0" lang="en" sz="1400" u="none" cap="none" strike="noStrike">
                <a:solidFill>
                  <a:srgbClr val="1E2761"/>
                </a:solidFill>
                <a:latin typeface="Cambria"/>
                <a:ea typeface="Cambria"/>
                <a:cs typeface="Cambria"/>
                <a:sym typeface="Cambria"/>
              </a:rPr>
              <a:t> min</a:t>
            </a:r>
            <a:r>
              <a:rPr b="1" lang="en" sz="1800">
                <a:solidFill>
                  <a:srgbClr val="F2A93B"/>
                </a:solidFill>
                <a:latin typeface="Cambria"/>
                <a:ea typeface="Cambria"/>
                <a:cs typeface="Cambria"/>
                <a:sym typeface="Cambria"/>
              </a:rPr>
              <a:t>*</a:t>
            </a:r>
            <a:endParaRPr b="0" i="0" sz="1400" u="none" cap="none" strike="noStrike">
              <a:solidFill>
                <a:schemeClr val="dk1"/>
              </a:solidFill>
              <a:latin typeface="Calibri"/>
              <a:ea typeface="Calibri"/>
              <a:cs typeface="Calibri"/>
              <a:sym typeface="Calibri"/>
            </a:endParaRPr>
          </a:p>
        </p:txBody>
      </p:sp>
      <p:sp>
        <p:nvSpPr>
          <p:cNvPr id="341" name="Google Shape;341;p41"/>
          <p:cNvSpPr/>
          <p:nvPr/>
        </p:nvSpPr>
        <p:spPr>
          <a:xfrm>
            <a:off x="6419088" y="1748790"/>
            <a:ext cx="2297400" cy="5145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1E2761"/>
              </a:buClr>
              <a:buSzPts val="1200"/>
              <a:buFont typeface="Cambria"/>
              <a:buNone/>
            </a:pPr>
            <a:r>
              <a:rPr b="1" lang="en" sz="1200">
                <a:solidFill>
                  <a:srgbClr val="1E2761"/>
                </a:solidFill>
                <a:latin typeface="Cambria"/>
                <a:ea typeface="Cambria"/>
                <a:cs typeface="Cambria"/>
                <a:sym typeface="Cambria"/>
              </a:rPr>
              <a:t>Optimisation</a:t>
            </a:r>
            <a:endParaRPr b="0" i="0" sz="1200" u="none" cap="none" strike="noStrike">
              <a:solidFill>
                <a:schemeClr val="dk1"/>
              </a:solidFill>
              <a:latin typeface="Calibri"/>
              <a:ea typeface="Calibri"/>
              <a:cs typeface="Calibri"/>
              <a:sym typeface="Calibri"/>
            </a:endParaRPr>
          </a:p>
        </p:txBody>
      </p:sp>
      <p:sp>
        <p:nvSpPr>
          <p:cNvPr id="342" name="Google Shape;342;p41"/>
          <p:cNvSpPr/>
          <p:nvPr/>
        </p:nvSpPr>
        <p:spPr>
          <a:xfrm>
            <a:off x="6419088" y="2263140"/>
            <a:ext cx="2297400" cy="891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4A4F63"/>
              </a:buClr>
              <a:buSzPts val="800"/>
              <a:buFont typeface="Calibri"/>
              <a:buNone/>
            </a:pPr>
            <a:r>
              <a:rPr lang="en" sz="800">
                <a:solidFill>
                  <a:srgbClr val="4A4F63"/>
                </a:solidFill>
                <a:latin typeface="Calibri"/>
                <a:ea typeface="Calibri"/>
                <a:cs typeface="Calibri"/>
                <a:sym typeface="Calibri"/>
              </a:rPr>
              <a:t>Le travail que vous avez effectué sera suivi par le CSM Ringover afin de vérifier, optimiser et valider la configuration au fur et à  mesure avec le client.</a:t>
            </a:r>
            <a:endParaRPr b="0" i="0" sz="800" u="none" cap="none" strike="noStrike">
              <a:solidFill>
                <a:schemeClr val="dk1"/>
              </a:solidFill>
              <a:latin typeface="Calibri"/>
              <a:ea typeface="Calibri"/>
              <a:cs typeface="Calibri"/>
              <a:sym typeface="Calibri"/>
            </a:endParaRPr>
          </a:p>
        </p:txBody>
      </p:sp>
      <p:cxnSp>
        <p:nvCxnSpPr>
          <p:cNvPr id="343" name="Google Shape;343;p41"/>
          <p:cNvCxnSpPr/>
          <p:nvPr/>
        </p:nvCxnSpPr>
        <p:spPr>
          <a:xfrm>
            <a:off x="6419088" y="3519870"/>
            <a:ext cx="2297400" cy="0"/>
          </a:xfrm>
          <a:prstGeom prst="straightConnector1">
            <a:avLst/>
          </a:prstGeom>
          <a:noFill/>
          <a:ln cap="flat" cmpd="sng" w="9525">
            <a:solidFill>
              <a:srgbClr val="E4E7F2"/>
            </a:solidFill>
            <a:prstDash val="solid"/>
            <a:round/>
            <a:headEnd len="sm" w="sm" type="none"/>
            <a:tailEnd len="sm" w="sm" type="none"/>
          </a:ln>
        </p:spPr>
      </p:cxnSp>
      <p:sp>
        <p:nvSpPr>
          <p:cNvPr id="344" name="Google Shape;344;p41"/>
          <p:cNvSpPr/>
          <p:nvPr/>
        </p:nvSpPr>
        <p:spPr>
          <a:xfrm>
            <a:off x="6419088" y="3682740"/>
            <a:ext cx="2297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800"/>
              <a:buFont typeface="Calibri"/>
              <a:buNone/>
            </a:pPr>
            <a:r>
              <a:rPr b="1" i="0" lang="en" sz="800" u="none" cap="none" strike="noStrike">
                <a:solidFill>
                  <a:srgbClr val="F2A93B"/>
                </a:solidFill>
                <a:latin typeface="Calibri"/>
                <a:ea typeface="Calibri"/>
                <a:cs typeface="Calibri"/>
                <a:sym typeface="Calibri"/>
              </a:rPr>
              <a:t>À PRÉPARER</a:t>
            </a:r>
            <a:endParaRPr b="0" i="0" sz="800" u="none" cap="none" strike="noStrike">
              <a:solidFill>
                <a:schemeClr val="dk1"/>
              </a:solidFill>
              <a:latin typeface="Calibri"/>
              <a:ea typeface="Calibri"/>
              <a:cs typeface="Calibri"/>
              <a:sym typeface="Calibri"/>
            </a:endParaRPr>
          </a:p>
        </p:txBody>
      </p:sp>
      <p:sp>
        <p:nvSpPr>
          <p:cNvPr id="345" name="Google Shape;345;p41"/>
          <p:cNvSpPr/>
          <p:nvPr/>
        </p:nvSpPr>
        <p:spPr>
          <a:xfrm>
            <a:off x="6419100" y="3966724"/>
            <a:ext cx="2297400" cy="710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A4F63"/>
              </a:buClr>
              <a:buSzPts val="800"/>
              <a:buFont typeface="Calibri"/>
              <a:buNone/>
            </a:pPr>
            <a:r>
              <a:t/>
            </a:r>
            <a:endParaRPr b="0" i="0" sz="800" u="none" cap="none" strike="noStrike">
              <a:solidFill>
                <a:schemeClr val="dk1"/>
              </a:solidFill>
              <a:latin typeface="Calibri"/>
              <a:ea typeface="Calibri"/>
              <a:cs typeface="Calibri"/>
              <a:sym typeface="Calibri"/>
            </a:endParaRPr>
          </a:p>
        </p:txBody>
      </p:sp>
      <p:sp>
        <p:nvSpPr>
          <p:cNvPr id="346" name="Google Shape;346;p41"/>
          <p:cNvSpPr/>
          <p:nvPr/>
        </p:nvSpPr>
        <p:spPr>
          <a:xfrm>
            <a:off x="411480" y="490347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B8"/>
              </a:buClr>
              <a:buSzPts val="700"/>
              <a:buFont typeface="Calibri"/>
              <a:buNone/>
            </a:pPr>
            <a:r>
              <a:rPr b="0" i="0" lang="en" sz="700" u="none" cap="none" strike="noStrike">
                <a:solidFill>
                  <a:srgbClr val="9AA0B8"/>
                </a:solidFill>
                <a:latin typeface="Calibri"/>
                <a:ea typeface="Calibri"/>
                <a:cs typeface="Calibri"/>
                <a:sym typeface="Calibri"/>
              </a:rPr>
              <a:t>Empower by Ringover — Feuille de route de déploiement</a:t>
            </a:r>
            <a:endParaRPr b="0" i="0" sz="700" u="none" cap="none" strike="noStrike">
              <a:solidFill>
                <a:schemeClr val="dk1"/>
              </a:solidFill>
              <a:latin typeface="Calibri"/>
              <a:ea typeface="Calibri"/>
              <a:cs typeface="Calibri"/>
              <a:sym typeface="Calibri"/>
            </a:endParaRPr>
          </a:p>
        </p:txBody>
      </p:sp>
      <p:sp>
        <p:nvSpPr>
          <p:cNvPr id="347" name="Google Shape;347;p41"/>
          <p:cNvSpPr/>
          <p:nvPr/>
        </p:nvSpPr>
        <p:spPr>
          <a:xfrm>
            <a:off x="8572500" y="4903470"/>
            <a:ext cx="2742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0B8"/>
              </a:buClr>
              <a:buSzPts val="700"/>
              <a:buFont typeface="Calibri"/>
              <a:buNone/>
            </a:pPr>
            <a:r>
              <a:rPr b="0" i="0" lang="en" sz="700" u="none" cap="none" strike="noStrike">
                <a:solidFill>
                  <a:srgbClr val="9AA0B8"/>
                </a:solidFill>
                <a:latin typeface="Calibri"/>
                <a:ea typeface="Calibri"/>
                <a:cs typeface="Calibri"/>
                <a:sym typeface="Calibri"/>
              </a:rPr>
              <a:t>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352" name="Shape 352"/>
        <p:cNvGrpSpPr/>
        <p:nvPr/>
      </p:nvGrpSpPr>
      <p:grpSpPr>
        <a:xfrm>
          <a:off x="0" y="0"/>
          <a:ext cx="0" cy="0"/>
          <a:chOff x="0" y="0"/>
          <a:chExt cx="0" cy="0"/>
        </a:xfrm>
      </p:grpSpPr>
      <p:sp>
        <p:nvSpPr>
          <p:cNvPr id="353" name="Google Shape;353;p42"/>
          <p:cNvSpPr/>
          <p:nvPr/>
        </p:nvSpPr>
        <p:spPr>
          <a:xfrm>
            <a:off x="411480" y="274320"/>
            <a:ext cx="41148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900"/>
              <a:buFont typeface="Calibri"/>
              <a:buNone/>
            </a:pPr>
            <a:r>
              <a:rPr b="1" lang="en" sz="900">
                <a:solidFill>
                  <a:srgbClr val="F2A93B"/>
                </a:solidFill>
                <a:latin typeface="Calibri"/>
                <a:ea typeface="Calibri"/>
                <a:cs typeface="Calibri"/>
                <a:sym typeface="Calibri"/>
              </a:rPr>
              <a:t>Formation</a:t>
            </a:r>
            <a:r>
              <a:rPr b="1" i="0" lang="en" sz="900" u="none" cap="none" strike="noStrike">
                <a:solidFill>
                  <a:srgbClr val="F2A93B"/>
                </a:solidFill>
                <a:latin typeface="Calibri"/>
                <a:ea typeface="Calibri"/>
                <a:cs typeface="Calibri"/>
                <a:sym typeface="Calibri"/>
              </a:rPr>
              <a:t> </a:t>
            </a:r>
            <a:r>
              <a:rPr b="1" lang="en" sz="900">
                <a:solidFill>
                  <a:srgbClr val="F2A93B"/>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354" name="Google Shape;354;p42"/>
          <p:cNvSpPr/>
          <p:nvPr/>
        </p:nvSpPr>
        <p:spPr>
          <a:xfrm>
            <a:off x="411480" y="493776"/>
            <a:ext cx="58293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000"/>
              <a:buFont typeface="Cambria"/>
              <a:buNone/>
            </a:pPr>
            <a:r>
              <a:rPr b="1" lang="en" sz="2000">
                <a:solidFill>
                  <a:srgbClr val="1E2761"/>
                </a:solidFill>
                <a:latin typeface="Cambria"/>
                <a:ea typeface="Cambria"/>
                <a:cs typeface="Cambria"/>
                <a:sym typeface="Cambria"/>
              </a:rPr>
              <a:t>Utilisateur</a:t>
            </a:r>
            <a:endParaRPr b="0" i="0" sz="2000" u="none" cap="none" strike="noStrike">
              <a:solidFill>
                <a:schemeClr val="dk1"/>
              </a:solidFill>
              <a:latin typeface="Calibri"/>
              <a:ea typeface="Calibri"/>
              <a:cs typeface="Calibri"/>
              <a:sym typeface="Calibri"/>
            </a:endParaRPr>
          </a:p>
        </p:txBody>
      </p:sp>
      <p:sp>
        <p:nvSpPr>
          <p:cNvPr id="355" name="Google Shape;355;p42"/>
          <p:cNvSpPr/>
          <p:nvPr/>
        </p:nvSpPr>
        <p:spPr>
          <a:xfrm>
            <a:off x="7269480" y="308610"/>
            <a:ext cx="1440300" cy="582900"/>
          </a:xfrm>
          <a:prstGeom prst="roundRect">
            <a:avLst>
              <a:gd fmla="val 9412" name="adj"/>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6" name="Google Shape;356;p42"/>
          <p:cNvSpPr/>
          <p:nvPr/>
        </p:nvSpPr>
        <p:spPr>
          <a:xfrm>
            <a:off x="7269480" y="342900"/>
            <a:ext cx="14403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93B"/>
              </a:buClr>
              <a:buSzPts val="1500"/>
              <a:buFont typeface="Cambria"/>
              <a:buNone/>
            </a:pPr>
            <a:r>
              <a:rPr b="1" lang="en" sz="1500">
                <a:solidFill>
                  <a:srgbClr val="F2A93B"/>
                </a:solidFill>
                <a:latin typeface="Cambria"/>
                <a:ea typeface="Cambria"/>
                <a:cs typeface="Cambria"/>
                <a:sym typeface="Cambria"/>
              </a:rPr>
              <a:t>1</a:t>
            </a:r>
            <a:r>
              <a:rPr b="1" i="0" lang="en" sz="1500" u="none" cap="none" strike="noStrike">
                <a:solidFill>
                  <a:srgbClr val="F2A93B"/>
                </a:solidFill>
                <a:latin typeface="Cambria"/>
                <a:ea typeface="Cambria"/>
                <a:cs typeface="Cambria"/>
                <a:sym typeface="Cambria"/>
              </a:rPr>
              <a:t>h</a:t>
            </a:r>
            <a:r>
              <a:rPr b="1" lang="en" sz="1500">
                <a:solidFill>
                  <a:srgbClr val="F2A93B"/>
                </a:solidFill>
                <a:latin typeface="Cambria"/>
                <a:ea typeface="Cambria"/>
                <a:cs typeface="Cambria"/>
                <a:sym typeface="Cambria"/>
              </a:rPr>
              <a:t>30</a:t>
            </a:r>
            <a:endParaRPr b="0" i="0" sz="1500" u="none" cap="none" strike="noStrike">
              <a:solidFill>
                <a:schemeClr val="dk1"/>
              </a:solidFill>
              <a:latin typeface="Calibri"/>
              <a:ea typeface="Calibri"/>
              <a:cs typeface="Calibri"/>
              <a:sym typeface="Calibri"/>
            </a:endParaRPr>
          </a:p>
        </p:txBody>
      </p:sp>
      <p:sp>
        <p:nvSpPr>
          <p:cNvPr id="357" name="Google Shape;357;p42"/>
          <p:cNvSpPr/>
          <p:nvPr/>
        </p:nvSpPr>
        <p:spPr>
          <a:xfrm>
            <a:off x="7269480" y="630936"/>
            <a:ext cx="14403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700"/>
              <a:buFont typeface="Calibri"/>
              <a:buNone/>
            </a:pPr>
            <a:r>
              <a:rPr b="0" i="0" lang="en" sz="700" u="none" cap="none" strike="noStrike">
                <a:solidFill>
                  <a:srgbClr val="CADCFC"/>
                </a:solidFill>
                <a:latin typeface="Calibri"/>
                <a:ea typeface="Calibri"/>
                <a:cs typeface="Calibri"/>
                <a:sym typeface="Calibri"/>
              </a:rPr>
              <a:t>total phase avec le CSM </a:t>
            </a:r>
            <a:endParaRPr b="0" i="0" sz="700" u="none" cap="none" strike="noStrike">
              <a:solidFill>
                <a:schemeClr val="dk1"/>
              </a:solidFill>
              <a:latin typeface="Calibri"/>
              <a:ea typeface="Calibri"/>
              <a:cs typeface="Calibri"/>
              <a:sym typeface="Calibri"/>
            </a:endParaRPr>
          </a:p>
        </p:txBody>
      </p:sp>
      <p:sp>
        <p:nvSpPr>
          <p:cNvPr id="358" name="Google Shape;358;p42"/>
          <p:cNvSpPr/>
          <p:nvPr/>
        </p:nvSpPr>
        <p:spPr>
          <a:xfrm>
            <a:off x="411480" y="1062990"/>
            <a:ext cx="2709000" cy="3669000"/>
          </a:xfrm>
          <a:prstGeom prst="roundRect">
            <a:avLst>
              <a:gd fmla="val 2532"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9" name="Google Shape;359;p42"/>
          <p:cNvSpPr/>
          <p:nvPr/>
        </p:nvSpPr>
        <p:spPr>
          <a:xfrm>
            <a:off x="617220" y="1268730"/>
            <a:ext cx="342900" cy="342900"/>
          </a:xfrm>
          <a:prstGeom prst="ellipse">
            <a:avLst/>
          </a:prstGeom>
          <a:solidFill>
            <a:srgbClr val="F2A9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0" name="Google Shape;360;p42"/>
          <p:cNvSpPr/>
          <p:nvPr/>
        </p:nvSpPr>
        <p:spPr>
          <a:xfrm>
            <a:off x="617220" y="1268730"/>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00"/>
              <a:buFont typeface="Calibri"/>
              <a:buNone/>
            </a:pPr>
            <a:r>
              <a:rPr b="1" i="0" lang="en" sz="1200" u="none" cap="none" strike="noStrike">
                <a:solidFill>
                  <a:srgbClr val="1E2761"/>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361" name="Google Shape;361;p42"/>
          <p:cNvSpPr/>
          <p:nvPr/>
        </p:nvSpPr>
        <p:spPr>
          <a:xfrm>
            <a:off x="2057400" y="1268730"/>
            <a:ext cx="85740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400"/>
              <a:buFont typeface="Cambria"/>
              <a:buNone/>
            </a:pPr>
            <a:r>
              <a:rPr b="1" i="0" lang="en" sz="1400" u="none" cap="none" strike="noStrike">
                <a:solidFill>
                  <a:srgbClr val="1E2761"/>
                </a:solidFill>
                <a:latin typeface="Cambria"/>
                <a:ea typeface="Cambria"/>
                <a:cs typeface="Cambria"/>
                <a:sym typeface="Cambria"/>
              </a:rPr>
              <a:t>1h</a:t>
            </a:r>
            <a:endParaRPr b="0" i="0" sz="1400" u="none" cap="none" strike="noStrike">
              <a:solidFill>
                <a:schemeClr val="dk1"/>
              </a:solidFill>
              <a:latin typeface="Calibri"/>
              <a:ea typeface="Calibri"/>
              <a:cs typeface="Calibri"/>
              <a:sym typeface="Calibri"/>
            </a:endParaRPr>
          </a:p>
        </p:txBody>
      </p:sp>
      <p:sp>
        <p:nvSpPr>
          <p:cNvPr id="362" name="Google Shape;362;p42"/>
          <p:cNvSpPr/>
          <p:nvPr/>
        </p:nvSpPr>
        <p:spPr>
          <a:xfrm>
            <a:off x="617220" y="1748790"/>
            <a:ext cx="2297400" cy="5145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1E2761"/>
              </a:buClr>
              <a:buSzPts val="1200"/>
              <a:buFont typeface="Cambria"/>
              <a:buNone/>
            </a:pPr>
            <a:r>
              <a:rPr b="1" lang="en" sz="1200">
                <a:solidFill>
                  <a:srgbClr val="1E2761"/>
                </a:solidFill>
                <a:latin typeface="Cambria"/>
                <a:ea typeface="Cambria"/>
                <a:cs typeface="Cambria"/>
                <a:sym typeface="Cambria"/>
              </a:rPr>
              <a:t>Formation</a:t>
            </a:r>
            <a:endParaRPr b="0" i="0" sz="1200" u="none" cap="none" strike="noStrike">
              <a:solidFill>
                <a:schemeClr val="dk1"/>
              </a:solidFill>
              <a:latin typeface="Calibri"/>
              <a:ea typeface="Calibri"/>
              <a:cs typeface="Calibri"/>
              <a:sym typeface="Calibri"/>
            </a:endParaRPr>
          </a:p>
        </p:txBody>
      </p:sp>
      <p:sp>
        <p:nvSpPr>
          <p:cNvPr id="363" name="Google Shape;363;p42"/>
          <p:cNvSpPr/>
          <p:nvPr/>
        </p:nvSpPr>
        <p:spPr>
          <a:xfrm>
            <a:off x="521450" y="2263150"/>
            <a:ext cx="2499600" cy="1286400"/>
          </a:xfrm>
          <a:prstGeom prst="rect">
            <a:avLst/>
          </a:prstGeom>
          <a:noFill/>
          <a:ln>
            <a:noFill/>
          </a:ln>
        </p:spPr>
        <p:txBody>
          <a:bodyPr anchorCtr="0" anchor="ctr" bIns="0" lIns="0" spcFirstLastPara="1" rIns="0" wrap="square" tIns="0">
            <a:noAutofit/>
          </a:bodyPr>
          <a:lstStyle/>
          <a:p>
            <a:pPr indent="0" lvl="0" marL="88900" marR="508000" rtl="0" algn="just">
              <a:lnSpc>
                <a:spcPct val="115000"/>
              </a:lnSpc>
              <a:spcBef>
                <a:spcPts val="1000"/>
              </a:spcBef>
              <a:spcAft>
                <a:spcPts val="0"/>
              </a:spcAft>
              <a:buClr>
                <a:schemeClr val="dk1"/>
              </a:buClr>
              <a:buSzPts val="1100"/>
              <a:buFont typeface="Arial"/>
              <a:buNone/>
            </a:pPr>
            <a:r>
              <a:rPr lang="en" sz="800">
                <a:solidFill>
                  <a:srgbClr val="4A4F63"/>
                </a:solidFill>
                <a:latin typeface="Calibri"/>
                <a:ea typeface="Calibri"/>
                <a:cs typeface="Calibri"/>
                <a:sym typeface="Calibri"/>
              </a:rPr>
              <a:t>La formation de vos utilisateurs est un excellent moyen de favoriser l'adoption de votre nouveau système  téléphonique.</a:t>
            </a:r>
            <a:endParaRPr sz="800">
              <a:solidFill>
                <a:srgbClr val="4A4F63"/>
              </a:solidFill>
              <a:latin typeface="Calibri"/>
              <a:ea typeface="Calibri"/>
              <a:cs typeface="Calibri"/>
              <a:sym typeface="Calibri"/>
            </a:endParaRPr>
          </a:p>
          <a:p>
            <a:pPr indent="0" lvl="0" marL="88900" marR="48833" rtl="0" algn="just">
              <a:lnSpc>
                <a:spcPct val="115000"/>
              </a:lnSpc>
              <a:spcBef>
                <a:spcPts val="0"/>
              </a:spcBef>
              <a:spcAft>
                <a:spcPts val="0"/>
              </a:spcAft>
              <a:buClr>
                <a:schemeClr val="dk1"/>
              </a:buClr>
              <a:buSzPts val="1100"/>
              <a:buFont typeface="Arial"/>
              <a:buNone/>
            </a:pPr>
            <a:r>
              <a:rPr lang="en" sz="800">
                <a:solidFill>
                  <a:srgbClr val="4A4F63"/>
                </a:solidFill>
                <a:latin typeface="Calibri"/>
                <a:ea typeface="Calibri"/>
                <a:cs typeface="Calibri"/>
                <a:sym typeface="Calibri"/>
              </a:rPr>
              <a:t>Nous commençons généralement par une présentation globale des différents devices, nous nous concentrons</a:t>
            </a:r>
            <a:endParaRPr sz="800">
              <a:solidFill>
                <a:srgbClr val="4A4F63"/>
              </a:solidFill>
              <a:latin typeface="Calibri"/>
              <a:ea typeface="Calibri"/>
              <a:cs typeface="Calibri"/>
              <a:sym typeface="Calibri"/>
            </a:endParaRPr>
          </a:p>
          <a:p>
            <a:pPr indent="0" lvl="0" marL="88900" rtl="0" algn="just">
              <a:lnSpc>
                <a:spcPct val="115000"/>
              </a:lnSpc>
              <a:spcBef>
                <a:spcPts val="0"/>
              </a:spcBef>
              <a:spcAft>
                <a:spcPts val="0"/>
              </a:spcAft>
              <a:buClr>
                <a:schemeClr val="dk1"/>
              </a:buClr>
              <a:buSzPts val="1100"/>
              <a:buFont typeface="Arial"/>
              <a:buNone/>
            </a:pPr>
            <a:r>
              <a:rPr lang="en" sz="800">
                <a:solidFill>
                  <a:srgbClr val="4A4F63"/>
                </a:solidFill>
                <a:latin typeface="Calibri"/>
                <a:ea typeface="Calibri"/>
                <a:cs typeface="Calibri"/>
                <a:sym typeface="Calibri"/>
              </a:rPr>
              <a:t>ensuite sur le clavier pour la gestion des appels quotidiens et nous terminons par les réglages.</a:t>
            </a:r>
            <a:endParaRPr sz="1100">
              <a:solidFill>
                <a:srgbClr val="2B4380"/>
              </a:solidFill>
              <a:latin typeface="Calibri"/>
              <a:ea typeface="Calibri"/>
              <a:cs typeface="Calibri"/>
              <a:sym typeface="Calibri"/>
            </a:endParaRPr>
          </a:p>
          <a:p>
            <a:pPr indent="0" lvl="0" marL="0" marR="0" rtl="0" algn="l">
              <a:lnSpc>
                <a:spcPct val="115000"/>
              </a:lnSpc>
              <a:spcBef>
                <a:spcPts val="0"/>
              </a:spcBef>
              <a:spcAft>
                <a:spcPts val="0"/>
              </a:spcAft>
              <a:buClr>
                <a:srgbClr val="4A4F63"/>
              </a:buClr>
              <a:buSzPts val="800"/>
              <a:buFont typeface="Calibri"/>
              <a:buNone/>
            </a:pPr>
            <a:r>
              <a:t/>
            </a:r>
            <a:endParaRPr sz="800">
              <a:solidFill>
                <a:srgbClr val="4A4F63"/>
              </a:solidFill>
              <a:latin typeface="Calibri"/>
              <a:ea typeface="Calibri"/>
              <a:cs typeface="Calibri"/>
              <a:sym typeface="Calibri"/>
            </a:endParaRPr>
          </a:p>
        </p:txBody>
      </p:sp>
      <p:cxnSp>
        <p:nvCxnSpPr>
          <p:cNvPr id="364" name="Google Shape;364;p42"/>
          <p:cNvCxnSpPr/>
          <p:nvPr/>
        </p:nvCxnSpPr>
        <p:spPr>
          <a:xfrm>
            <a:off x="617345" y="3549545"/>
            <a:ext cx="2297400" cy="0"/>
          </a:xfrm>
          <a:prstGeom prst="straightConnector1">
            <a:avLst/>
          </a:prstGeom>
          <a:noFill/>
          <a:ln cap="flat" cmpd="sng" w="9525">
            <a:solidFill>
              <a:srgbClr val="E4E7F2"/>
            </a:solidFill>
            <a:prstDash val="solid"/>
            <a:round/>
            <a:headEnd len="sm" w="sm" type="none"/>
            <a:tailEnd len="sm" w="sm" type="none"/>
          </a:ln>
        </p:spPr>
      </p:cxnSp>
      <p:sp>
        <p:nvSpPr>
          <p:cNvPr id="365" name="Google Shape;365;p42"/>
          <p:cNvSpPr/>
          <p:nvPr/>
        </p:nvSpPr>
        <p:spPr>
          <a:xfrm>
            <a:off x="617345" y="3682740"/>
            <a:ext cx="2297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800"/>
              <a:buFont typeface="Calibri"/>
              <a:buNone/>
            </a:pPr>
            <a:r>
              <a:rPr b="1" i="0" lang="en" sz="800" u="none" cap="none" strike="noStrike">
                <a:solidFill>
                  <a:srgbClr val="F2A93B"/>
                </a:solidFill>
                <a:latin typeface="Calibri"/>
                <a:ea typeface="Calibri"/>
                <a:cs typeface="Calibri"/>
                <a:sym typeface="Calibri"/>
              </a:rPr>
              <a:t>À PRÉPARER</a:t>
            </a:r>
            <a:endParaRPr b="0" i="0" sz="800" u="none" cap="none" strike="noStrike">
              <a:solidFill>
                <a:schemeClr val="dk1"/>
              </a:solidFill>
              <a:latin typeface="Calibri"/>
              <a:ea typeface="Calibri"/>
              <a:cs typeface="Calibri"/>
              <a:sym typeface="Calibri"/>
            </a:endParaRPr>
          </a:p>
        </p:txBody>
      </p:sp>
      <p:sp>
        <p:nvSpPr>
          <p:cNvPr id="366" name="Google Shape;366;p42"/>
          <p:cNvSpPr/>
          <p:nvPr/>
        </p:nvSpPr>
        <p:spPr>
          <a:xfrm>
            <a:off x="617225" y="3992674"/>
            <a:ext cx="2297400" cy="684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A4F63"/>
              </a:buClr>
              <a:buSzPts val="800"/>
              <a:buFont typeface="Calibri"/>
              <a:buNone/>
            </a:pPr>
            <a:r>
              <a:rPr b="0" i="0" lang="en" sz="800" u="none" cap="none" strike="noStrike">
                <a:solidFill>
                  <a:srgbClr val="4A4F63"/>
                </a:solidFill>
                <a:latin typeface="Calibri"/>
                <a:ea typeface="Calibri"/>
                <a:cs typeface="Calibri"/>
                <a:sym typeface="Calibri"/>
              </a:rPr>
              <a:t> </a:t>
            </a:r>
            <a:br>
              <a:rPr b="0" i="0" lang="en" sz="800" u="none" cap="none" strike="noStrike">
                <a:solidFill>
                  <a:srgbClr val="4A4F63"/>
                </a:solidFill>
                <a:latin typeface="Calibri"/>
                <a:ea typeface="Calibri"/>
                <a:cs typeface="Calibri"/>
                <a:sym typeface="Calibri"/>
              </a:rPr>
            </a:br>
            <a:r>
              <a:rPr lang="en" sz="800">
                <a:solidFill>
                  <a:srgbClr val="4A4F63"/>
                </a:solidFill>
                <a:latin typeface="Calibri"/>
                <a:ea typeface="Calibri"/>
                <a:cs typeface="Calibri"/>
                <a:sym typeface="Calibri"/>
              </a:rPr>
              <a:t>Comptes utilisateurs créés</a:t>
            </a:r>
            <a:br>
              <a:rPr b="0" i="0" lang="en" sz="800" u="none" cap="none" strike="noStrike">
                <a:solidFill>
                  <a:srgbClr val="4A4F63"/>
                </a:solidFill>
                <a:latin typeface="Calibri"/>
                <a:ea typeface="Calibri"/>
                <a:cs typeface="Calibri"/>
                <a:sym typeface="Calibri"/>
              </a:rPr>
            </a:br>
            <a:endParaRPr b="0" i="0" sz="800" u="none" cap="none" strike="noStrike">
              <a:solidFill>
                <a:schemeClr val="dk1"/>
              </a:solidFill>
              <a:latin typeface="Calibri"/>
              <a:ea typeface="Calibri"/>
              <a:cs typeface="Calibri"/>
              <a:sym typeface="Calibri"/>
            </a:endParaRPr>
          </a:p>
        </p:txBody>
      </p:sp>
      <p:sp>
        <p:nvSpPr>
          <p:cNvPr id="367" name="Google Shape;367;p42"/>
          <p:cNvSpPr/>
          <p:nvPr/>
        </p:nvSpPr>
        <p:spPr>
          <a:xfrm>
            <a:off x="3312414" y="1062990"/>
            <a:ext cx="2709000" cy="3669000"/>
          </a:xfrm>
          <a:prstGeom prst="roundRect">
            <a:avLst>
              <a:gd fmla="val 2532"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8" name="Google Shape;368;p42"/>
          <p:cNvSpPr/>
          <p:nvPr/>
        </p:nvSpPr>
        <p:spPr>
          <a:xfrm>
            <a:off x="3518154" y="1268730"/>
            <a:ext cx="342900" cy="342900"/>
          </a:xfrm>
          <a:prstGeom prst="ellipse">
            <a:avLst/>
          </a:prstGeom>
          <a:solidFill>
            <a:srgbClr val="F2A9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9" name="Google Shape;369;p42"/>
          <p:cNvSpPr/>
          <p:nvPr/>
        </p:nvSpPr>
        <p:spPr>
          <a:xfrm>
            <a:off x="3518154" y="1268730"/>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00"/>
              <a:buFont typeface="Calibri"/>
              <a:buNone/>
            </a:pPr>
            <a:r>
              <a:rPr b="1" i="0" lang="en" sz="1200" u="none" cap="none" strike="noStrike">
                <a:solidFill>
                  <a:srgbClr val="1E2761"/>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370" name="Google Shape;370;p42"/>
          <p:cNvSpPr/>
          <p:nvPr/>
        </p:nvSpPr>
        <p:spPr>
          <a:xfrm>
            <a:off x="4806548" y="1268725"/>
            <a:ext cx="100920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400"/>
              <a:buFont typeface="Cambria"/>
              <a:buNone/>
            </a:pPr>
            <a:r>
              <a:t/>
            </a:r>
            <a:endParaRPr b="0" i="0" sz="1400" u="none" cap="none" strike="noStrike">
              <a:solidFill>
                <a:schemeClr val="dk1"/>
              </a:solidFill>
              <a:latin typeface="Calibri"/>
              <a:ea typeface="Calibri"/>
              <a:cs typeface="Calibri"/>
              <a:sym typeface="Calibri"/>
            </a:endParaRPr>
          </a:p>
        </p:txBody>
      </p:sp>
      <p:sp>
        <p:nvSpPr>
          <p:cNvPr id="371" name="Google Shape;371;p42"/>
          <p:cNvSpPr/>
          <p:nvPr/>
        </p:nvSpPr>
        <p:spPr>
          <a:xfrm>
            <a:off x="3518154" y="1748790"/>
            <a:ext cx="2297400" cy="5145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1E2761"/>
              </a:buClr>
              <a:buSzPts val="1200"/>
              <a:buFont typeface="Cambria"/>
              <a:buNone/>
            </a:pPr>
            <a:r>
              <a:rPr b="1" lang="en" sz="1200">
                <a:solidFill>
                  <a:srgbClr val="1E2761"/>
                </a:solidFill>
                <a:latin typeface="Cambria"/>
                <a:ea typeface="Cambria"/>
                <a:cs typeface="Cambria"/>
                <a:sym typeface="Cambria"/>
              </a:rPr>
              <a:t>Prise en main</a:t>
            </a:r>
            <a:endParaRPr b="0" i="0" sz="1200" u="none" cap="none" strike="noStrike">
              <a:solidFill>
                <a:schemeClr val="dk1"/>
              </a:solidFill>
              <a:latin typeface="Calibri"/>
              <a:ea typeface="Calibri"/>
              <a:cs typeface="Calibri"/>
              <a:sym typeface="Calibri"/>
            </a:endParaRPr>
          </a:p>
        </p:txBody>
      </p:sp>
      <p:sp>
        <p:nvSpPr>
          <p:cNvPr id="372" name="Google Shape;372;p42"/>
          <p:cNvSpPr/>
          <p:nvPr/>
        </p:nvSpPr>
        <p:spPr>
          <a:xfrm>
            <a:off x="3518150" y="2263150"/>
            <a:ext cx="2297400" cy="1235700"/>
          </a:xfrm>
          <a:prstGeom prst="rect">
            <a:avLst/>
          </a:prstGeom>
          <a:noFill/>
          <a:ln>
            <a:noFill/>
          </a:ln>
        </p:spPr>
        <p:txBody>
          <a:bodyPr anchorCtr="0" anchor="ctr" bIns="0" lIns="0" spcFirstLastPara="1" rIns="0" wrap="square" tIns="0">
            <a:noAutofit/>
          </a:bodyPr>
          <a:lstStyle/>
          <a:p>
            <a:pPr indent="0" lvl="0" marL="88900" marR="152400" rtl="0" algn="l">
              <a:lnSpc>
                <a:spcPct val="115000"/>
              </a:lnSpc>
              <a:spcBef>
                <a:spcPts val="300"/>
              </a:spcBef>
              <a:spcAft>
                <a:spcPts val="0"/>
              </a:spcAft>
              <a:buClr>
                <a:schemeClr val="dk1"/>
              </a:buClr>
              <a:buSzPts val="1100"/>
              <a:buFont typeface="Arial"/>
              <a:buNone/>
            </a:pPr>
            <a:r>
              <a:rPr lang="en" sz="800">
                <a:solidFill>
                  <a:srgbClr val="4A4F63"/>
                </a:solidFill>
                <a:latin typeface="Calibri"/>
                <a:ea typeface="Calibri"/>
                <a:cs typeface="Calibri"/>
                <a:sym typeface="Calibri"/>
              </a:rPr>
              <a:t>Nous invitons les agents à naviguer sur l’interface et la personnaliser en cas de besoin. Des tests internes peuvent être également fait afin de se familiariser avec l’outil. </a:t>
            </a:r>
            <a:endParaRPr sz="800">
              <a:solidFill>
                <a:srgbClr val="4A4F63"/>
              </a:solidFill>
              <a:latin typeface="Calibri"/>
              <a:ea typeface="Calibri"/>
              <a:cs typeface="Calibri"/>
              <a:sym typeface="Calibri"/>
            </a:endParaRPr>
          </a:p>
          <a:p>
            <a:pPr indent="0" lvl="0" marL="88900" marR="152400" rtl="0" algn="l">
              <a:lnSpc>
                <a:spcPct val="115000"/>
              </a:lnSpc>
              <a:spcBef>
                <a:spcPts val="300"/>
              </a:spcBef>
              <a:spcAft>
                <a:spcPts val="0"/>
              </a:spcAft>
              <a:buClr>
                <a:schemeClr val="dk1"/>
              </a:buClr>
              <a:buSzPts val="1100"/>
              <a:buFont typeface="Arial"/>
              <a:buNone/>
            </a:pPr>
            <a:r>
              <a:t/>
            </a:r>
            <a:endParaRPr sz="800">
              <a:solidFill>
                <a:srgbClr val="4A4F63"/>
              </a:solidFill>
              <a:latin typeface="Calibri"/>
              <a:ea typeface="Calibri"/>
              <a:cs typeface="Calibri"/>
              <a:sym typeface="Calibri"/>
            </a:endParaRPr>
          </a:p>
          <a:p>
            <a:pPr indent="0" lvl="0" marL="88900" marR="152400" rtl="0" algn="l">
              <a:lnSpc>
                <a:spcPct val="115000"/>
              </a:lnSpc>
              <a:spcBef>
                <a:spcPts val="300"/>
              </a:spcBef>
              <a:spcAft>
                <a:spcPts val="0"/>
              </a:spcAft>
              <a:buClr>
                <a:schemeClr val="dk1"/>
              </a:buClr>
              <a:buSzPts val="1100"/>
              <a:buFont typeface="Arial"/>
              <a:buNone/>
            </a:pPr>
            <a:r>
              <a:rPr i="1" lang="en" sz="800">
                <a:solidFill>
                  <a:srgbClr val="4A4F63"/>
                </a:solidFill>
                <a:latin typeface="Calibri"/>
                <a:ea typeface="Calibri"/>
                <a:cs typeface="Calibri"/>
                <a:sym typeface="Calibri"/>
              </a:rPr>
              <a:t>Attention la portabilité non effectif empêchera tous les tests d’appel entrants</a:t>
            </a:r>
            <a:endParaRPr i="1" sz="800">
              <a:solidFill>
                <a:srgbClr val="4A4F63"/>
              </a:solidFill>
              <a:latin typeface="Calibri"/>
              <a:ea typeface="Calibri"/>
              <a:cs typeface="Calibri"/>
              <a:sym typeface="Calibri"/>
            </a:endParaRPr>
          </a:p>
          <a:p>
            <a:pPr indent="0" lvl="0" marL="0" marR="0" rtl="0" algn="l">
              <a:lnSpc>
                <a:spcPct val="115000"/>
              </a:lnSpc>
              <a:spcBef>
                <a:spcPts val="0"/>
              </a:spcBef>
              <a:spcAft>
                <a:spcPts val="0"/>
              </a:spcAft>
              <a:buClr>
                <a:srgbClr val="4A4F63"/>
              </a:buClr>
              <a:buSzPts val="800"/>
              <a:buFont typeface="Calibri"/>
              <a:buNone/>
            </a:pPr>
            <a:r>
              <a:t/>
            </a:r>
            <a:endParaRPr sz="800">
              <a:solidFill>
                <a:srgbClr val="4A4F63"/>
              </a:solidFill>
              <a:latin typeface="Calibri"/>
              <a:ea typeface="Calibri"/>
              <a:cs typeface="Calibri"/>
              <a:sym typeface="Calibri"/>
            </a:endParaRPr>
          </a:p>
        </p:txBody>
      </p:sp>
      <p:cxnSp>
        <p:nvCxnSpPr>
          <p:cNvPr id="373" name="Google Shape;373;p42"/>
          <p:cNvCxnSpPr/>
          <p:nvPr/>
        </p:nvCxnSpPr>
        <p:spPr>
          <a:xfrm>
            <a:off x="3518217" y="3534695"/>
            <a:ext cx="2297400" cy="0"/>
          </a:xfrm>
          <a:prstGeom prst="straightConnector1">
            <a:avLst/>
          </a:prstGeom>
          <a:noFill/>
          <a:ln cap="flat" cmpd="sng" w="9525">
            <a:solidFill>
              <a:srgbClr val="E4E7F2"/>
            </a:solidFill>
            <a:prstDash val="solid"/>
            <a:round/>
            <a:headEnd len="sm" w="sm" type="none"/>
            <a:tailEnd len="sm" w="sm" type="none"/>
          </a:ln>
        </p:spPr>
      </p:cxnSp>
      <p:sp>
        <p:nvSpPr>
          <p:cNvPr id="374" name="Google Shape;374;p42"/>
          <p:cNvSpPr/>
          <p:nvPr/>
        </p:nvSpPr>
        <p:spPr>
          <a:xfrm>
            <a:off x="3503304" y="3682740"/>
            <a:ext cx="2297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800"/>
              <a:buFont typeface="Calibri"/>
              <a:buNone/>
            </a:pPr>
            <a:r>
              <a:rPr b="1" i="0" lang="en" sz="800" u="none" cap="none" strike="noStrike">
                <a:solidFill>
                  <a:srgbClr val="F2A93B"/>
                </a:solidFill>
                <a:latin typeface="Calibri"/>
                <a:ea typeface="Calibri"/>
                <a:cs typeface="Calibri"/>
                <a:sym typeface="Calibri"/>
              </a:rPr>
              <a:t>À PRÉPARER</a:t>
            </a:r>
            <a:endParaRPr b="0" i="0" sz="800" u="none" cap="none" strike="noStrike">
              <a:solidFill>
                <a:schemeClr val="dk1"/>
              </a:solidFill>
              <a:latin typeface="Calibri"/>
              <a:ea typeface="Calibri"/>
              <a:cs typeface="Calibri"/>
              <a:sym typeface="Calibri"/>
            </a:endParaRPr>
          </a:p>
        </p:txBody>
      </p:sp>
      <p:sp>
        <p:nvSpPr>
          <p:cNvPr id="375" name="Google Shape;375;p42"/>
          <p:cNvSpPr/>
          <p:nvPr/>
        </p:nvSpPr>
        <p:spPr>
          <a:xfrm>
            <a:off x="3518150" y="4011224"/>
            <a:ext cx="2297400" cy="666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A4F63"/>
              </a:buClr>
              <a:buSzPts val="800"/>
              <a:buFont typeface="Calibri"/>
              <a:buNone/>
            </a:pPr>
            <a:r>
              <a:t/>
            </a:r>
            <a:endParaRPr b="0" i="0" sz="800" u="none" cap="none" strike="noStrike">
              <a:solidFill>
                <a:schemeClr val="dk1"/>
              </a:solidFill>
              <a:latin typeface="Calibri"/>
              <a:ea typeface="Calibri"/>
              <a:cs typeface="Calibri"/>
              <a:sym typeface="Calibri"/>
            </a:endParaRPr>
          </a:p>
        </p:txBody>
      </p:sp>
      <p:sp>
        <p:nvSpPr>
          <p:cNvPr id="376" name="Google Shape;376;p42"/>
          <p:cNvSpPr/>
          <p:nvPr/>
        </p:nvSpPr>
        <p:spPr>
          <a:xfrm>
            <a:off x="6213348" y="1062990"/>
            <a:ext cx="2709000" cy="3669000"/>
          </a:xfrm>
          <a:prstGeom prst="roundRect">
            <a:avLst>
              <a:gd fmla="val 2532"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7" name="Google Shape;377;p42"/>
          <p:cNvSpPr/>
          <p:nvPr/>
        </p:nvSpPr>
        <p:spPr>
          <a:xfrm>
            <a:off x="6419088" y="1268730"/>
            <a:ext cx="342900" cy="342900"/>
          </a:xfrm>
          <a:prstGeom prst="ellipse">
            <a:avLst/>
          </a:prstGeom>
          <a:solidFill>
            <a:srgbClr val="F2A9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8" name="Google Shape;378;p42"/>
          <p:cNvSpPr/>
          <p:nvPr/>
        </p:nvSpPr>
        <p:spPr>
          <a:xfrm>
            <a:off x="6419088" y="1268730"/>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00"/>
              <a:buFont typeface="Calibri"/>
              <a:buNone/>
            </a:pPr>
            <a:r>
              <a:rPr b="1" i="0" lang="en" sz="1200" u="none" cap="none" strike="noStrike">
                <a:solidFill>
                  <a:srgbClr val="1E2761"/>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379" name="Google Shape;379;p42"/>
          <p:cNvSpPr/>
          <p:nvPr/>
        </p:nvSpPr>
        <p:spPr>
          <a:xfrm>
            <a:off x="7859268" y="1268730"/>
            <a:ext cx="85740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400"/>
              <a:buFont typeface="Cambria"/>
              <a:buNone/>
            </a:pPr>
            <a:r>
              <a:rPr b="1" lang="en">
                <a:solidFill>
                  <a:srgbClr val="1E2761"/>
                </a:solidFill>
                <a:latin typeface="Cambria"/>
                <a:ea typeface="Cambria"/>
                <a:cs typeface="Cambria"/>
                <a:sym typeface="Cambria"/>
              </a:rPr>
              <a:t>30</a:t>
            </a:r>
            <a:r>
              <a:rPr b="1" i="0" lang="en" sz="1400" u="none" cap="none" strike="noStrike">
                <a:solidFill>
                  <a:srgbClr val="1E2761"/>
                </a:solidFill>
                <a:latin typeface="Cambria"/>
                <a:ea typeface="Cambria"/>
                <a:cs typeface="Cambria"/>
                <a:sym typeface="Cambria"/>
              </a:rPr>
              <a:t> min</a:t>
            </a:r>
            <a:r>
              <a:rPr b="1" lang="en" sz="1800">
                <a:solidFill>
                  <a:srgbClr val="F2A93B"/>
                </a:solidFill>
                <a:latin typeface="Cambria"/>
                <a:ea typeface="Cambria"/>
                <a:cs typeface="Cambria"/>
                <a:sym typeface="Cambria"/>
              </a:rPr>
              <a:t>*</a:t>
            </a:r>
            <a:endParaRPr b="0" i="0" sz="1400" u="none" cap="none" strike="noStrike">
              <a:solidFill>
                <a:schemeClr val="dk1"/>
              </a:solidFill>
              <a:latin typeface="Calibri"/>
              <a:ea typeface="Calibri"/>
              <a:cs typeface="Calibri"/>
              <a:sym typeface="Calibri"/>
            </a:endParaRPr>
          </a:p>
        </p:txBody>
      </p:sp>
      <p:sp>
        <p:nvSpPr>
          <p:cNvPr id="380" name="Google Shape;380;p42"/>
          <p:cNvSpPr/>
          <p:nvPr/>
        </p:nvSpPr>
        <p:spPr>
          <a:xfrm>
            <a:off x="6419088" y="1748790"/>
            <a:ext cx="2297400" cy="5145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1E2761"/>
              </a:buClr>
              <a:buSzPts val="1200"/>
              <a:buFont typeface="Cambria"/>
              <a:buNone/>
            </a:pPr>
            <a:r>
              <a:rPr b="1" lang="en" sz="1200">
                <a:solidFill>
                  <a:srgbClr val="1E2761"/>
                </a:solidFill>
                <a:latin typeface="Cambria"/>
                <a:ea typeface="Cambria"/>
                <a:cs typeface="Cambria"/>
                <a:sym typeface="Cambria"/>
              </a:rPr>
              <a:t>Suivi</a:t>
            </a:r>
            <a:r>
              <a:rPr lang="en" sz="1200">
                <a:solidFill>
                  <a:schemeClr val="dk1"/>
                </a:solidFill>
                <a:latin typeface="Calibri"/>
                <a:ea typeface="Calibri"/>
                <a:cs typeface="Calibri"/>
                <a:sym typeface="Calibri"/>
              </a:rPr>
              <a:t> </a:t>
            </a:r>
            <a:r>
              <a:rPr b="1" lang="en" sz="1200">
                <a:solidFill>
                  <a:srgbClr val="1E2761"/>
                </a:solidFill>
                <a:latin typeface="Cambria"/>
                <a:ea typeface="Cambria"/>
                <a:cs typeface="Cambria"/>
                <a:sym typeface="Cambria"/>
              </a:rPr>
              <a:t>post portabilité</a:t>
            </a:r>
            <a:endParaRPr b="0" i="0" sz="1200" u="none" cap="none" strike="noStrike">
              <a:solidFill>
                <a:schemeClr val="dk1"/>
              </a:solidFill>
              <a:latin typeface="Calibri"/>
              <a:ea typeface="Calibri"/>
              <a:cs typeface="Calibri"/>
              <a:sym typeface="Calibri"/>
            </a:endParaRPr>
          </a:p>
        </p:txBody>
      </p:sp>
      <p:sp>
        <p:nvSpPr>
          <p:cNvPr id="381" name="Google Shape;381;p42"/>
          <p:cNvSpPr/>
          <p:nvPr/>
        </p:nvSpPr>
        <p:spPr>
          <a:xfrm>
            <a:off x="6419088" y="2263140"/>
            <a:ext cx="2297400" cy="891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4A4F63"/>
              </a:buClr>
              <a:buSzPts val="800"/>
              <a:buFont typeface="Calibri"/>
              <a:buNone/>
            </a:pPr>
            <a:r>
              <a:rPr lang="en" sz="800">
                <a:solidFill>
                  <a:srgbClr val="4A4F63"/>
                </a:solidFill>
                <a:latin typeface="Calibri"/>
                <a:ea typeface="Calibri"/>
                <a:cs typeface="Calibri"/>
                <a:sym typeface="Calibri"/>
              </a:rPr>
              <a:t>Un point de suivi permettant de recenser toutes les questions sur l’usage et les remontés de vos agents sera organisé. Le but étant de vous aider dans la prise en main mais également l’optimisation de la configuration suite à la mise en production. </a:t>
            </a:r>
            <a:endParaRPr b="0" i="0" sz="800" u="none" cap="none" strike="noStrike">
              <a:solidFill>
                <a:schemeClr val="dk1"/>
              </a:solidFill>
              <a:latin typeface="Calibri"/>
              <a:ea typeface="Calibri"/>
              <a:cs typeface="Calibri"/>
              <a:sym typeface="Calibri"/>
            </a:endParaRPr>
          </a:p>
        </p:txBody>
      </p:sp>
      <p:cxnSp>
        <p:nvCxnSpPr>
          <p:cNvPr id="382" name="Google Shape;382;p42"/>
          <p:cNvCxnSpPr/>
          <p:nvPr/>
        </p:nvCxnSpPr>
        <p:spPr>
          <a:xfrm>
            <a:off x="6419088" y="3519870"/>
            <a:ext cx="2297400" cy="0"/>
          </a:xfrm>
          <a:prstGeom prst="straightConnector1">
            <a:avLst/>
          </a:prstGeom>
          <a:noFill/>
          <a:ln cap="flat" cmpd="sng" w="9525">
            <a:solidFill>
              <a:srgbClr val="E4E7F2"/>
            </a:solidFill>
            <a:prstDash val="solid"/>
            <a:round/>
            <a:headEnd len="sm" w="sm" type="none"/>
            <a:tailEnd len="sm" w="sm" type="none"/>
          </a:ln>
        </p:spPr>
      </p:cxnSp>
      <p:sp>
        <p:nvSpPr>
          <p:cNvPr id="383" name="Google Shape;383;p42"/>
          <p:cNvSpPr/>
          <p:nvPr/>
        </p:nvSpPr>
        <p:spPr>
          <a:xfrm>
            <a:off x="6419088" y="3682740"/>
            <a:ext cx="2297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800"/>
              <a:buFont typeface="Calibri"/>
              <a:buNone/>
            </a:pPr>
            <a:r>
              <a:rPr b="1" i="0" lang="en" sz="800" u="none" cap="none" strike="noStrike">
                <a:solidFill>
                  <a:srgbClr val="F2A93B"/>
                </a:solidFill>
                <a:latin typeface="Calibri"/>
                <a:ea typeface="Calibri"/>
                <a:cs typeface="Calibri"/>
                <a:sym typeface="Calibri"/>
              </a:rPr>
              <a:t>À PRÉPARER</a:t>
            </a:r>
            <a:endParaRPr b="0" i="0" sz="800" u="none" cap="none" strike="noStrike">
              <a:solidFill>
                <a:schemeClr val="dk1"/>
              </a:solidFill>
              <a:latin typeface="Calibri"/>
              <a:ea typeface="Calibri"/>
              <a:cs typeface="Calibri"/>
              <a:sym typeface="Calibri"/>
            </a:endParaRPr>
          </a:p>
        </p:txBody>
      </p:sp>
      <p:sp>
        <p:nvSpPr>
          <p:cNvPr id="384" name="Google Shape;384;p42"/>
          <p:cNvSpPr/>
          <p:nvPr/>
        </p:nvSpPr>
        <p:spPr>
          <a:xfrm>
            <a:off x="6419100" y="3966724"/>
            <a:ext cx="2297400" cy="710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A4F63"/>
              </a:buClr>
              <a:buSzPts val="800"/>
              <a:buFont typeface="Calibri"/>
              <a:buNone/>
            </a:pPr>
            <a:r>
              <a:rPr lang="en" sz="800">
                <a:solidFill>
                  <a:schemeClr val="dk1"/>
                </a:solidFill>
                <a:latin typeface="Calibri"/>
                <a:ea typeface="Calibri"/>
                <a:cs typeface="Calibri"/>
                <a:sym typeface="Calibri"/>
              </a:rPr>
              <a:t>Liste des questions et remontées agents</a:t>
            </a:r>
            <a:endParaRPr b="0" i="0" sz="800" u="none" cap="none" strike="noStrike">
              <a:solidFill>
                <a:schemeClr val="dk1"/>
              </a:solidFill>
              <a:latin typeface="Calibri"/>
              <a:ea typeface="Calibri"/>
              <a:cs typeface="Calibri"/>
              <a:sym typeface="Calibri"/>
            </a:endParaRPr>
          </a:p>
        </p:txBody>
      </p:sp>
      <p:sp>
        <p:nvSpPr>
          <p:cNvPr id="385" name="Google Shape;385;p42"/>
          <p:cNvSpPr/>
          <p:nvPr/>
        </p:nvSpPr>
        <p:spPr>
          <a:xfrm>
            <a:off x="411480" y="490347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B8"/>
              </a:buClr>
              <a:buSzPts val="700"/>
              <a:buFont typeface="Calibri"/>
              <a:buNone/>
            </a:pPr>
            <a:r>
              <a:rPr b="0" i="0" lang="en" sz="700" u="none" cap="none" strike="noStrike">
                <a:solidFill>
                  <a:srgbClr val="9AA0B8"/>
                </a:solidFill>
                <a:latin typeface="Calibri"/>
                <a:ea typeface="Calibri"/>
                <a:cs typeface="Calibri"/>
                <a:sym typeface="Calibri"/>
              </a:rPr>
              <a:t>Empower by Ringover — Feuille de route de déploiement</a:t>
            </a:r>
            <a:endParaRPr b="0" i="0" sz="700" u="none" cap="none" strike="noStrike">
              <a:solidFill>
                <a:schemeClr val="dk1"/>
              </a:solidFill>
              <a:latin typeface="Calibri"/>
              <a:ea typeface="Calibri"/>
              <a:cs typeface="Calibri"/>
              <a:sym typeface="Calibri"/>
            </a:endParaRPr>
          </a:p>
        </p:txBody>
      </p:sp>
      <p:sp>
        <p:nvSpPr>
          <p:cNvPr id="386" name="Google Shape;386;p42"/>
          <p:cNvSpPr/>
          <p:nvPr/>
        </p:nvSpPr>
        <p:spPr>
          <a:xfrm>
            <a:off x="8572500" y="4903470"/>
            <a:ext cx="2742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0B8"/>
              </a:buClr>
              <a:buSzPts val="700"/>
              <a:buFont typeface="Calibri"/>
              <a:buNone/>
            </a:pPr>
            <a:r>
              <a:rPr b="0" i="0" lang="en" sz="700" u="none" cap="none" strike="noStrike">
                <a:solidFill>
                  <a:srgbClr val="9AA0B8"/>
                </a:solidFill>
                <a:latin typeface="Calibri"/>
                <a:ea typeface="Calibri"/>
                <a:cs typeface="Calibri"/>
                <a:sym typeface="Calibri"/>
              </a:rPr>
              <a:t>3</a:t>
            </a:r>
            <a:endParaRPr b="0" i="0" sz="700" u="none" cap="none" strike="noStrike">
              <a:solidFill>
                <a:schemeClr val="dk1"/>
              </a:solidFill>
              <a:latin typeface="Calibri"/>
              <a:ea typeface="Calibri"/>
              <a:cs typeface="Calibri"/>
              <a:sym typeface="Calibri"/>
            </a:endParaRPr>
          </a:p>
        </p:txBody>
      </p:sp>
      <p:sp>
        <p:nvSpPr>
          <p:cNvPr id="387" name="Google Shape;387;p42"/>
          <p:cNvSpPr/>
          <p:nvPr/>
        </p:nvSpPr>
        <p:spPr>
          <a:xfrm>
            <a:off x="5040468" y="1268730"/>
            <a:ext cx="85740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400"/>
              <a:buFont typeface="Cambria"/>
              <a:buNone/>
            </a:pPr>
            <a:r>
              <a:rPr b="1" lang="en">
                <a:solidFill>
                  <a:srgbClr val="1E2761"/>
                </a:solidFill>
                <a:latin typeface="Cambria"/>
                <a:ea typeface="Cambria"/>
                <a:cs typeface="Cambria"/>
                <a:sym typeface="Cambria"/>
              </a:rPr>
              <a:t>15 </a:t>
            </a:r>
            <a:r>
              <a:rPr b="1" i="0" lang="en" sz="1400" u="none" cap="none" strike="noStrike">
                <a:solidFill>
                  <a:srgbClr val="1E2761"/>
                </a:solidFill>
                <a:latin typeface="Cambria"/>
                <a:ea typeface="Cambria"/>
                <a:cs typeface="Cambria"/>
                <a:sym typeface="Cambria"/>
              </a:rPr>
              <a:t>min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392" name="Shape 392"/>
        <p:cNvGrpSpPr/>
        <p:nvPr/>
      </p:nvGrpSpPr>
      <p:grpSpPr>
        <a:xfrm>
          <a:off x="0" y="0"/>
          <a:ext cx="0" cy="0"/>
          <a:chOff x="0" y="0"/>
          <a:chExt cx="0" cy="0"/>
        </a:xfrm>
      </p:grpSpPr>
      <p:sp>
        <p:nvSpPr>
          <p:cNvPr id="393" name="Google Shape;393;p43"/>
          <p:cNvSpPr/>
          <p:nvPr/>
        </p:nvSpPr>
        <p:spPr>
          <a:xfrm>
            <a:off x="411480" y="274320"/>
            <a:ext cx="41148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900"/>
              <a:buFont typeface="Calibri"/>
              <a:buNone/>
            </a:pPr>
            <a:r>
              <a:rPr b="1" lang="en" sz="900">
                <a:solidFill>
                  <a:srgbClr val="F2A93B"/>
                </a:solidFill>
                <a:latin typeface="Calibri"/>
                <a:ea typeface="Calibri"/>
                <a:cs typeface="Calibri"/>
                <a:sym typeface="Calibri"/>
              </a:rPr>
              <a:t>Formation</a:t>
            </a:r>
            <a:r>
              <a:rPr b="1" i="0" lang="en" sz="900" u="none" cap="none" strike="noStrike">
                <a:solidFill>
                  <a:srgbClr val="F2A93B"/>
                </a:solidFill>
                <a:latin typeface="Calibri"/>
                <a:ea typeface="Calibri"/>
                <a:cs typeface="Calibri"/>
                <a:sym typeface="Calibri"/>
              </a:rPr>
              <a:t> </a:t>
            </a:r>
            <a:r>
              <a:rPr b="1" lang="en" sz="900">
                <a:solidFill>
                  <a:srgbClr val="F2A93B"/>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394" name="Google Shape;394;p43"/>
          <p:cNvSpPr/>
          <p:nvPr/>
        </p:nvSpPr>
        <p:spPr>
          <a:xfrm>
            <a:off x="411480" y="493776"/>
            <a:ext cx="58293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000"/>
              <a:buFont typeface="Cambria"/>
              <a:buNone/>
            </a:pPr>
            <a:r>
              <a:rPr b="1" lang="en" sz="2000">
                <a:solidFill>
                  <a:srgbClr val="1E2761"/>
                </a:solidFill>
                <a:latin typeface="Cambria"/>
                <a:ea typeface="Cambria"/>
                <a:cs typeface="Cambria"/>
                <a:sym typeface="Cambria"/>
              </a:rPr>
              <a:t>Superviseur</a:t>
            </a:r>
            <a:endParaRPr b="0" i="0" sz="2000" u="none" cap="none" strike="noStrike">
              <a:solidFill>
                <a:schemeClr val="dk1"/>
              </a:solidFill>
              <a:latin typeface="Calibri"/>
              <a:ea typeface="Calibri"/>
              <a:cs typeface="Calibri"/>
              <a:sym typeface="Calibri"/>
            </a:endParaRPr>
          </a:p>
        </p:txBody>
      </p:sp>
      <p:sp>
        <p:nvSpPr>
          <p:cNvPr id="395" name="Google Shape;395;p43"/>
          <p:cNvSpPr/>
          <p:nvPr/>
        </p:nvSpPr>
        <p:spPr>
          <a:xfrm>
            <a:off x="7269480" y="308610"/>
            <a:ext cx="1440300" cy="582900"/>
          </a:xfrm>
          <a:prstGeom prst="roundRect">
            <a:avLst>
              <a:gd fmla="val 9412" name="adj"/>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6" name="Google Shape;396;p43"/>
          <p:cNvSpPr/>
          <p:nvPr/>
        </p:nvSpPr>
        <p:spPr>
          <a:xfrm>
            <a:off x="7269480" y="342900"/>
            <a:ext cx="14403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93B"/>
              </a:buClr>
              <a:buSzPts val="1500"/>
              <a:buFont typeface="Cambria"/>
              <a:buNone/>
            </a:pPr>
            <a:r>
              <a:rPr b="1" lang="en" sz="1500">
                <a:solidFill>
                  <a:srgbClr val="F2A93B"/>
                </a:solidFill>
                <a:latin typeface="Cambria"/>
                <a:ea typeface="Cambria"/>
                <a:cs typeface="Cambria"/>
                <a:sym typeface="Cambria"/>
              </a:rPr>
              <a:t>1</a:t>
            </a:r>
            <a:r>
              <a:rPr b="1" i="0" lang="en" sz="1500" u="none" cap="none" strike="noStrike">
                <a:solidFill>
                  <a:srgbClr val="F2A93B"/>
                </a:solidFill>
                <a:latin typeface="Cambria"/>
                <a:ea typeface="Cambria"/>
                <a:cs typeface="Cambria"/>
                <a:sym typeface="Cambria"/>
              </a:rPr>
              <a:t>h</a:t>
            </a:r>
            <a:r>
              <a:rPr b="1" lang="en" sz="1500">
                <a:solidFill>
                  <a:srgbClr val="F2A93B"/>
                </a:solidFill>
                <a:latin typeface="Cambria"/>
                <a:ea typeface="Cambria"/>
                <a:cs typeface="Cambria"/>
                <a:sym typeface="Cambria"/>
              </a:rPr>
              <a:t>30</a:t>
            </a:r>
            <a:endParaRPr b="0" i="0" sz="1500" u="none" cap="none" strike="noStrike">
              <a:solidFill>
                <a:schemeClr val="dk1"/>
              </a:solidFill>
              <a:latin typeface="Calibri"/>
              <a:ea typeface="Calibri"/>
              <a:cs typeface="Calibri"/>
              <a:sym typeface="Calibri"/>
            </a:endParaRPr>
          </a:p>
        </p:txBody>
      </p:sp>
      <p:sp>
        <p:nvSpPr>
          <p:cNvPr id="397" name="Google Shape;397;p43"/>
          <p:cNvSpPr/>
          <p:nvPr/>
        </p:nvSpPr>
        <p:spPr>
          <a:xfrm>
            <a:off x="7269480" y="630936"/>
            <a:ext cx="14403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700"/>
              <a:buFont typeface="Calibri"/>
              <a:buNone/>
            </a:pPr>
            <a:r>
              <a:rPr b="0" i="0" lang="en" sz="700" u="none" cap="none" strike="noStrike">
                <a:solidFill>
                  <a:srgbClr val="CADCFC"/>
                </a:solidFill>
                <a:latin typeface="Calibri"/>
                <a:ea typeface="Calibri"/>
                <a:cs typeface="Calibri"/>
                <a:sym typeface="Calibri"/>
              </a:rPr>
              <a:t>total phase avec le CSM </a:t>
            </a:r>
            <a:endParaRPr b="0" i="0" sz="700" u="none" cap="none" strike="noStrike">
              <a:solidFill>
                <a:schemeClr val="dk1"/>
              </a:solidFill>
              <a:latin typeface="Calibri"/>
              <a:ea typeface="Calibri"/>
              <a:cs typeface="Calibri"/>
              <a:sym typeface="Calibri"/>
            </a:endParaRPr>
          </a:p>
        </p:txBody>
      </p:sp>
      <p:sp>
        <p:nvSpPr>
          <p:cNvPr id="398" name="Google Shape;398;p43"/>
          <p:cNvSpPr/>
          <p:nvPr/>
        </p:nvSpPr>
        <p:spPr>
          <a:xfrm>
            <a:off x="411480" y="1062990"/>
            <a:ext cx="2709000" cy="3669000"/>
          </a:xfrm>
          <a:prstGeom prst="roundRect">
            <a:avLst>
              <a:gd fmla="val 2532"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9" name="Google Shape;399;p43"/>
          <p:cNvSpPr/>
          <p:nvPr/>
        </p:nvSpPr>
        <p:spPr>
          <a:xfrm>
            <a:off x="617220" y="1268730"/>
            <a:ext cx="342900" cy="342900"/>
          </a:xfrm>
          <a:prstGeom prst="ellipse">
            <a:avLst/>
          </a:prstGeom>
          <a:solidFill>
            <a:srgbClr val="F2A9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0" name="Google Shape;400;p43"/>
          <p:cNvSpPr/>
          <p:nvPr/>
        </p:nvSpPr>
        <p:spPr>
          <a:xfrm>
            <a:off x="617220" y="1268730"/>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00"/>
              <a:buFont typeface="Calibri"/>
              <a:buNone/>
            </a:pPr>
            <a:r>
              <a:rPr b="1" i="0" lang="en" sz="1200" u="none" cap="none" strike="noStrike">
                <a:solidFill>
                  <a:srgbClr val="1E2761"/>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401" name="Google Shape;401;p43"/>
          <p:cNvSpPr/>
          <p:nvPr/>
        </p:nvSpPr>
        <p:spPr>
          <a:xfrm>
            <a:off x="2057400" y="1268730"/>
            <a:ext cx="85740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400"/>
              <a:buFont typeface="Cambria"/>
              <a:buNone/>
            </a:pPr>
            <a:r>
              <a:rPr b="1" i="0" lang="en" sz="1400" u="none" cap="none" strike="noStrike">
                <a:solidFill>
                  <a:srgbClr val="1E2761"/>
                </a:solidFill>
                <a:latin typeface="Cambria"/>
                <a:ea typeface="Cambria"/>
                <a:cs typeface="Cambria"/>
                <a:sym typeface="Cambria"/>
              </a:rPr>
              <a:t>1h</a:t>
            </a:r>
            <a:endParaRPr b="0" i="0" sz="1400" u="none" cap="none" strike="noStrike">
              <a:solidFill>
                <a:schemeClr val="dk1"/>
              </a:solidFill>
              <a:latin typeface="Calibri"/>
              <a:ea typeface="Calibri"/>
              <a:cs typeface="Calibri"/>
              <a:sym typeface="Calibri"/>
            </a:endParaRPr>
          </a:p>
        </p:txBody>
      </p:sp>
      <p:sp>
        <p:nvSpPr>
          <p:cNvPr id="402" name="Google Shape;402;p43"/>
          <p:cNvSpPr/>
          <p:nvPr/>
        </p:nvSpPr>
        <p:spPr>
          <a:xfrm>
            <a:off x="617220" y="1748790"/>
            <a:ext cx="2297400" cy="5145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1E2761"/>
              </a:buClr>
              <a:buSzPts val="1200"/>
              <a:buFont typeface="Cambria"/>
              <a:buNone/>
            </a:pPr>
            <a:r>
              <a:rPr b="1" lang="en" sz="1200">
                <a:solidFill>
                  <a:srgbClr val="1E2761"/>
                </a:solidFill>
                <a:latin typeface="Cambria"/>
                <a:ea typeface="Cambria"/>
                <a:cs typeface="Cambria"/>
                <a:sym typeface="Cambria"/>
              </a:rPr>
              <a:t>Formation</a:t>
            </a:r>
            <a:endParaRPr b="0" i="0" sz="1200" u="none" cap="none" strike="noStrike">
              <a:solidFill>
                <a:schemeClr val="dk1"/>
              </a:solidFill>
              <a:latin typeface="Calibri"/>
              <a:ea typeface="Calibri"/>
              <a:cs typeface="Calibri"/>
              <a:sym typeface="Calibri"/>
            </a:endParaRPr>
          </a:p>
        </p:txBody>
      </p:sp>
      <p:sp>
        <p:nvSpPr>
          <p:cNvPr id="403" name="Google Shape;403;p43"/>
          <p:cNvSpPr/>
          <p:nvPr/>
        </p:nvSpPr>
        <p:spPr>
          <a:xfrm>
            <a:off x="617225" y="2263153"/>
            <a:ext cx="2297400" cy="1153200"/>
          </a:xfrm>
          <a:prstGeom prst="rect">
            <a:avLst/>
          </a:prstGeom>
          <a:noFill/>
          <a:ln>
            <a:noFill/>
          </a:ln>
        </p:spPr>
        <p:txBody>
          <a:bodyPr anchorCtr="0" anchor="ctr" bIns="0" lIns="0" spcFirstLastPara="1" rIns="0" wrap="square" tIns="0">
            <a:noAutofit/>
          </a:bodyPr>
          <a:lstStyle/>
          <a:p>
            <a:pPr indent="0" lvl="0" marL="88900" marR="152400" rtl="0" algn="l">
              <a:lnSpc>
                <a:spcPct val="115000"/>
              </a:lnSpc>
              <a:spcBef>
                <a:spcPts val="0"/>
              </a:spcBef>
              <a:spcAft>
                <a:spcPts val="0"/>
              </a:spcAft>
              <a:buClr>
                <a:schemeClr val="dk1"/>
              </a:buClr>
              <a:buSzPts val="1100"/>
              <a:buFont typeface="Arial"/>
              <a:buNone/>
            </a:pPr>
            <a:r>
              <a:rPr lang="en" sz="800">
                <a:solidFill>
                  <a:srgbClr val="4A4F63"/>
                </a:solidFill>
                <a:latin typeface="Calibri"/>
                <a:ea typeface="Calibri"/>
                <a:cs typeface="Calibri"/>
                <a:sym typeface="Calibri"/>
              </a:rPr>
              <a:t>L'idée ici est d'aider les managers à piloter leur activité et leurs équipes, de leur donner les meilleures pratiques  et de les aider à optimiser leurs process en utilisant Ringover. </a:t>
            </a:r>
            <a:br>
              <a:rPr lang="en" sz="800">
                <a:solidFill>
                  <a:srgbClr val="4A4F63"/>
                </a:solidFill>
                <a:latin typeface="Calibri"/>
                <a:ea typeface="Calibri"/>
                <a:cs typeface="Calibri"/>
                <a:sym typeface="Calibri"/>
              </a:rPr>
            </a:br>
            <a:br>
              <a:rPr lang="en" sz="800">
                <a:solidFill>
                  <a:srgbClr val="4A4F63"/>
                </a:solidFill>
                <a:latin typeface="Calibri"/>
                <a:ea typeface="Calibri"/>
                <a:cs typeface="Calibri"/>
                <a:sym typeface="Calibri"/>
              </a:rPr>
            </a:br>
            <a:r>
              <a:rPr lang="en" sz="800">
                <a:solidFill>
                  <a:srgbClr val="4A4F63"/>
                </a:solidFill>
                <a:latin typeface="Calibri"/>
                <a:ea typeface="Calibri"/>
                <a:cs typeface="Calibri"/>
                <a:sym typeface="Calibri"/>
              </a:rPr>
              <a:t>Nous recommandons d’effectuer cette formation 15 jours après la mise en production. </a:t>
            </a:r>
            <a:endParaRPr sz="800">
              <a:solidFill>
                <a:srgbClr val="4A4F63"/>
              </a:solidFill>
              <a:latin typeface="Calibri"/>
              <a:ea typeface="Calibri"/>
              <a:cs typeface="Calibri"/>
              <a:sym typeface="Calibri"/>
            </a:endParaRPr>
          </a:p>
          <a:p>
            <a:pPr indent="0" lvl="0" marL="0" marR="0" rtl="0" algn="l">
              <a:lnSpc>
                <a:spcPct val="115000"/>
              </a:lnSpc>
              <a:spcBef>
                <a:spcPts val="0"/>
              </a:spcBef>
              <a:spcAft>
                <a:spcPts val="0"/>
              </a:spcAft>
              <a:buClr>
                <a:srgbClr val="4A4F63"/>
              </a:buClr>
              <a:buSzPts val="800"/>
              <a:buFont typeface="Calibri"/>
              <a:buNone/>
            </a:pPr>
            <a:r>
              <a:t/>
            </a:r>
            <a:endParaRPr sz="800">
              <a:solidFill>
                <a:srgbClr val="4A4F63"/>
              </a:solidFill>
              <a:latin typeface="Calibri"/>
              <a:ea typeface="Calibri"/>
              <a:cs typeface="Calibri"/>
              <a:sym typeface="Calibri"/>
            </a:endParaRPr>
          </a:p>
        </p:txBody>
      </p:sp>
      <p:cxnSp>
        <p:nvCxnSpPr>
          <p:cNvPr id="404" name="Google Shape;404;p43"/>
          <p:cNvCxnSpPr/>
          <p:nvPr/>
        </p:nvCxnSpPr>
        <p:spPr>
          <a:xfrm>
            <a:off x="617345" y="3549545"/>
            <a:ext cx="2297400" cy="0"/>
          </a:xfrm>
          <a:prstGeom prst="straightConnector1">
            <a:avLst/>
          </a:prstGeom>
          <a:noFill/>
          <a:ln cap="flat" cmpd="sng" w="9525">
            <a:solidFill>
              <a:srgbClr val="E4E7F2"/>
            </a:solidFill>
            <a:prstDash val="solid"/>
            <a:round/>
            <a:headEnd len="sm" w="sm" type="none"/>
            <a:tailEnd len="sm" w="sm" type="none"/>
          </a:ln>
        </p:spPr>
      </p:cxnSp>
      <p:sp>
        <p:nvSpPr>
          <p:cNvPr id="405" name="Google Shape;405;p43"/>
          <p:cNvSpPr/>
          <p:nvPr/>
        </p:nvSpPr>
        <p:spPr>
          <a:xfrm>
            <a:off x="617345" y="3682740"/>
            <a:ext cx="2297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800"/>
              <a:buFont typeface="Calibri"/>
              <a:buNone/>
            </a:pPr>
            <a:r>
              <a:rPr b="1" i="0" lang="en" sz="800" u="none" cap="none" strike="noStrike">
                <a:solidFill>
                  <a:srgbClr val="F2A93B"/>
                </a:solidFill>
                <a:latin typeface="Calibri"/>
                <a:ea typeface="Calibri"/>
                <a:cs typeface="Calibri"/>
                <a:sym typeface="Calibri"/>
              </a:rPr>
              <a:t>À PRÉPARER</a:t>
            </a:r>
            <a:endParaRPr b="0" i="0" sz="800" u="none" cap="none" strike="noStrike">
              <a:solidFill>
                <a:schemeClr val="dk1"/>
              </a:solidFill>
              <a:latin typeface="Calibri"/>
              <a:ea typeface="Calibri"/>
              <a:cs typeface="Calibri"/>
              <a:sym typeface="Calibri"/>
            </a:endParaRPr>
          </a:p>
        </p:txBody>
      </p:sp>
      <p:sp>
        <p:nvSpPr>
          <p:cNvPr id="406" name="Google Shape;406;p43"/>
          <p:cNvSpPr/>
          <p:nvPr/>
        </p:nvSpPr>
        <p:spPr>
          <a:xfrm>
            <a:off x="617225" y="3992674"/>
            <a:ext cx="2297400" cy="684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A4F63"/>
              </a:buClr>
              <a:buSzPts val="800"/>
              <a:buFont typeface="Calibri"/>
              <a:buNone/>
            </a:pPr>
            <a:r>
              <a:rPr b="0" i="0" lang="en" sz="800" u="none" cap="none" strike="noStrike">
                <a:solidFill>
                  <a:srgbClr val="4A4F63"/>
                </a:solidFill>
                <a:latin typeface="Calibri"/>
                <a:ea typeface="Calibri"/>
                <a:cs typeface="Calibri"/>
                <a:sym typeface="Calibri"/>
              </a:rPr>
              <a:t> </a:t>
            </a:r>
            <a:r>
              <a:rPr lang="en" sz="800">
                <a:solidFill>
                  <a:srgbClr val="4A4F63"/>
                </a:solidFill>
                <a:latin typeface="Calibri"/>
                <a:ea typeface="Calibri"/>
                <a:cs typeface="Calibri"/>
                <a:sym typeface="Calibri"/>
              </a:rPr>
              <a:t>KPI de chaque managers</a:t>
            </a:r>
            <a:endParaRPr b="0" i="0" sz="800" u="none" cap="none" strike="noStrike">
              <a:solidFill>
                <a:schemeClr val="dk1"/>
              </a:solidFill>
              <a:latin typeface="Calibri"/>
              <a:ea typeface="Calibri"/>
              <a:cs typeface="Calibri"/>
              <a:sym typeface="Calibri"/>
            </a:endParaRPr>
          </a:p>
        </p:txBody>
      </p:sp>
      <p:sp>
        <p:nvSpPr>
          <p:cNvPr id="407" name="Google Shape;407;p43"/>
          <p:cNvSpPr/>
          <p:nvPr/>
        </p:nvSpPr>
        <p:spPr>
          <a:xfrm>
            <a:off x="3312414" y="1062990"/>
            <a:ext cx="2709000" cy="3669000"/>
          </a:xfrm>
          <a:prstGeom prst="roundRect">
            <a:avLst>
              <a:gd fmla="val 2532"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8" name="Google Shape;408;p43"/>
          <p:cNvSpPr/>
          <p:nvPr/>
        </p:nvSpPr>
        <p:spPr>
          <a:xfrm>
            <a:off x="3518154" y="1268730"/>
            <a:ext cx="342900" cy="342900"/>
          </a:xfrm>
          <a:prstGeom prst="ellipse">
            <a:avLst/>
          </a:prstGeom>
          <a:solidFill>
            <a:srgbClr val="F2A9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9" name="Google Shape;409;p43"/>
          <p:cNvSpPr/>
          <p:nvPr/>
        </p:nvSpPr>
        <p:spPr>
          <a:xfrm>
            <a:off x="3518154" y="1268730"/>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00"/>
              <a:buFont typeface="Calibri"/>
              <a:buNone/>
            </a:pPr>
            <a:r>
              <a:rPr b="1" i="0" lang="en" sz="1200" u="none" cap="none" strike="noStrike">
                <a:solidFill>
                  <a:srgbClr val="1E2761"/>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410" name="Google Shape;410;p43"/>
          <p:cNvSpPr/>
          <p:nvPr/>
        </p:nvSpPr>
        <p:spPr>
          <a:xfrm>
            <a:off x="4806548" y="1268725"/>
            <a:ext cx="100920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400"/>
              <a:buFont typeface="Cambria"/>
              <a:buNone/>
            </a:pPr>
            <a:r>
              <a:rPr b="1" lang="en">
                <a:solidFill>
                  <a:srgbClr val="1E2761"/>
                </a:solidFill>
                <a:latin typeface="Cambria"/>
                <a:ea typeface="Cambria"/>
                <a:cs typeface="Cambria"/>
                <a:sym typeface="Cambria"/>
              </a:rPr>
              <a:t>20 min</a:t>
            </a:r>
            <a:endParaRPr b="0" i="0" sz="1400" u="none" cap="none" strike="noStrike">
              <a:solidFill>
                <a:schemeClr val="dk1"/>
              </a:solidFill>
              <a:latin typeface="Calibri"/>
              <a:ea typeface="Calibri"/>
              <a:cs typeface="Calibri"/>
              <a:sym typeface="Calibri"/>
            </a:endParaRPr>
          </a:p>
        </p:txBody>
      </p:sp>
      <p:sp>
        <p:nvSpPr>
          <p:cNvPr id="411" name="Google Shape;411;p43"/>
          <p:cNvSpPr/>
          <p:nvPr/>
        </p:nvSpPr>
        <p:spPr>
          <a:xfrm>
            <a:off x="3518154" y="1748790"/>
            <a:ext cx="2297400" cy="5145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1E2761"/>
              </a:buClr>
              <a:buSzPts val="1200"/>
              <a:buFont typeface="Cambria"/>
              <a:buNone/>
            </a:pPr>
            <a:r>
              <a:rPr b="1" lang="en" sz="1200">
                <a:solidFill>
                  <a:srgbClr val="1E2761"/>
                </a:solidFill>
                <a:latin typeface="Cambria"/>
                <a:ea typeface="Cambria"/>
                <a:cs typeface="Cambria"/>
                <a:sym typeface="Cambria"/>
              </a:rPr>
              <a:t>Prise en main</a:t>
            </a:r>
            <a:endParaRPr b="0" i="0" sz="1200" u="none" cap="none" strike="noStrike">
              <a:solidFill>
                <a:schemeClr val="dk1"/>
              </a:solidFill>
              <a:latin typeface="Calibri"/>
              <a:ea typeface="Calibri"/>
              <a:cs typeface="Calibri"/>
              <a:sym typeface="Calibri"/>
            </a:endParaRPr>
          </a:p>
        </p:txBody>
      </p:sp>
      <p:sp>
        <p:nvSpPr>
          <p:cNvPr id="412" name="Google Shape;412;p43"/>
          <p:cNvSpPr/>
          <p:nvPr/>
        </p:nvSpPr>
        <p:spPr>
          <a:xfrm>
            <a:off x="3518150" y="2263150"/>
            <a:ext cx="2297400" cy="1235700"/>
          </a:xfrm>
          <a:prstGeom prst="rect">
            <a:avLst/>
          </a:prstGeom>
          <a:noFill/>
          <a:ln>
            <a:noFill/>
          </a:ln>
        </p:spPr>
        <p:txBody>
          <a:bodyPr anchorCtr="0" anchor="ctr" bIns="0" lIns="0" spcFirstLastPara="1" rIns="0" wrap="square" tIns="0">
            <a:noAutofit/>
          </a:bodyPr>
          <a:lstStyle/>
          <a:p>
            <a:pPr indent="0" lvl="0" marL="88900" marR="152400" rtl="0" algn="l">
              <a:lnSpc>
                <a:spcPct val="115000"/>
              </a:lnSpc>
              <a:spcBef>
                <a:spcPts val="300"/>
              </a:spcBef>
              <a:spcAft>
                <a:spcPts val="0"/>
              </a:spcAft>
              <a:buClr>
                <a:schemeClr val="dk1"/>
              </a:buClr>
              <a:buSzPts val="1100"/>
              <a:buFont typeface="Arial"/>
              <a:buNone/>
            </a:pPr>
            <a:r>
              <a:rPr lang="en" sz="800">
                <a:solidFill>
                  <a:srgbClr val="4A4F63"/>
                </a:solidFill>
                <a:latin typeface="Calibri"/>
                <a:ea typeface="Calibri"/>
                <a:cs typeface="Calibri"/>
                <a:sym typeface="Calibri"/>
              </a:rPr>
              <a:t>Nous invitons les superviseurs à naviguer sur l’interface et la personnaliser avec leur filtres. </a:t>
            </a:r>
            <a:br>
              <a:rPr lang="en" sz="800">
                <a:solidFill>
                  <a:srgbClr val="4A4F63"/>
                </a:solidFill>
                <a:latin typeface="Calibri"/>
                <a:ea typeface="Calibri"/>
                <a:cs typeface="Calibri"/>
                <a:sym typeface="Calibri"/>
              </a:rPr>
            </a:br>
            <a:endParaRPr i="1" sz="800">
              <a:solidFill>
                <a:srgbClr val="4A4F63"/>
              </a:solidFill>
              <a:latin typeface="Calibri"/>
              <a:ea typeface="Calibri"/>
              <a:cs typeface="Calibri"/>
              <a:sym typeface="Calibri"/>
            </a:endParaRPr>
          </a:p>
          <a:p>
            <a:pPr indent="0" lvl="0" marL="0" marR="0" rtl="0" algn="l">
              <a:lnSpc>
                <a:spcPct val="115000"/>
              </a:lnSpc>
              <a:spcBef>
                <a:spcPts val="0"/>
              </a:spcBef>
              <a:spcAft>
                <a:spcPts val="0"/>
              </a:spcAft>
              <a:buClr>
                <a:srgbClr val="4A4F63"/>
              </a:buClr>
              <a:buSzPts val="800"/>
              <a:buFont typeface="Calibri"/>
              <a:buNone/>
            </a:pPr>
            <a:r>
              <a:t/>
            </a:r>
            <a:endParaRPr sz="800">
              <a:solidFill>
                <a:srgbClr val="4A4F63"/>
              </a:solidFill>
              <a:latin typeface="Calibri"/>
              <a:ea typeface="Calibri"/>
              <a:cs typeface="Calibri"/>
              <a:sym typeface="Calibri"/>
            </a:endParaRPr>
          </a:p>
        </p:txBody>
      </p:sp>
      <p:cxnSp>
        <p:nvCxnSpPr>
          <p:cNvPr id="413" name="Google Shape;413;p43"/>
          <p:cNvCxnSpPr/>
          <p:nvPr/>
        </p:nvCxnSpPr>
        <p:spPr>
          <a:xfrm>
            <a:off x="3518217" y="3534695"/>
            <a:ext cx="2297400" cy="0"/>
          </a:xfrm>
          <a:prstGeom prst="straightConnector1">
            <a:avLst/>
          </a:prstGeom>
          <a:noFill/>
          <a:ln cap="flat" cmpd="sng" w="9525">
            <a:solidFill>
              <a:srgbClr val="E4E7F2"/>
            </a:solidFill>
            <a:prstDash val="solid"/>
            <a:round/>
            <a:headEnd len="sm" w="sm" type="none"/>
            <a:tailEnd len="sm" w="sm" type="none"/>
          </a:ln>
        </p:spPr>
      </p:cxnSp>
      <p:sp>
        <p:nvSpPr>
          <p:cNvPr id="414" name="Google Shape;414;p43"/>
          <p:cNvSpPr/>
          <p:nvPr/>
        </p:nvSpPr>
        <p:spPr>
          <a:xfrm>
            <a:off x="3503304" y="3682740"/>
            <a:ext cx="2297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800"/>
              <a:buFont typeface="Calibri"/>
              <a:buNone/>
            </a:pPr>
            <a:r>
              <a:rPr b="1" i="0" lang="en" sz="800" u="none" cap="none" strike="noStrike">
                <a:solidFill>
                  <a:srgbClr val="F2A93B"/>
                </a:solidFill>
                <a:latin typeface="Calibri"/>
                <a:ea typeface="Calibri"/>
                <a:cs typeface="Calibri"/>
                <a:sym typeface="Calibri"/>
              </a:rPr>
              <a:t>À PRÉPARER</a:t>
            </a:r>
            <a:endParaRPr b="0" i="0" sz="800" u="none" cap="none" strike="noStrike">
              <a:solidFill>
                <a:schemeClr val="dk1"/>
              </a:solidFill>
              <a:latin typeface="Calibri"/>
              <a:ea typeface="Calibri"/>
              <a:cs typeface="Calibri"/>
              <a:sym typeface="Calibri"/>
            </a:endParaRPr>
          </a:p>
        </p:txBody>
      </p:sp>
      <p:sp>
        <p:nvSpPr>
          <p:cNvPr id="415" name="Google Shape;415;p43"/>
          <p:cNvSpPr/>
          <p:nvPr/>
        </p:nvSpPr>
        <p:spPr>
          <a:xfrm>
            <a:off x="3518150" y="4011224"/>
            <a:ext cx="2297400" cy="666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A4F63"/>
              </a:buClr>
              <a:buSzPts val="800"/>
              <a:buFont typeface="Calibri"/>
              <a:buNone/>
            </a:pPr>
            <a:r>
              <a:t/>
            </a:r>
            <a:endParaRPr b="0" i="0" sz="800" u="none" cap="none" strike="noStrike">
              <a:solidFill>
                <a:schemeClr val="dk1"/>
              </a:solidFill>
              <a:latin typeface="Calibri"/>
              <a:ea typeface="Calibri"/>
              <a:cs typeface="Calibri"/>
              <a:sym typeface="Calibri"/>
            </a:endParaRPr>
          </a:p>
        </p:txBody>
      </p:sp>
      <p:sp>
        <p:nvSpPr>
          <p:cNvPr id="416" name="Google Shape;416;p43"/>
          <p:cNvSpPr/>
          <p:nvPr/>
        </p:nvSpPr>
        <p:spPr>
          <a:xfrm>
            <a:off x="6213348" y="1062990"/>
            <a:ext cx="2709000" cy="3669000"/>
          </a:xfrm>
          <a:prstGeom prst="roundRect">
            <a:avLst>
              <a:gd fmla="val 2532"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7" name="Google Shape;417;p43"/>
          <p:cNvSpPr/>
          <p:nvPr/>
        </p:nvSpPr>
        <p:spPr>
          <a:xfrm>
            <a:off x="6419088" y="1268730"/>
            <a:ext cx="342900" cy="342900"/>
          </a:xfrm>
          <a:prstGeom prst="ellipse">
            <a:avLst/>
          </a:prstGeom>
          <a:solidFill>
            <a:srgbClr val="F2A9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8" name="Google Shape;418;p43"/>
          <p:cNvSpPr/>
          <p:nvPr/>
        </p:nvSpPr>
        <p:spPr>
          <a:xfrm>
            <a:off x="6419088" y="1268730"/>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00"/>
              <a:buFont typeface="Calibri"/>
              <a:buNone/>
            </a:pPr>
            <a:r>
              <a:rPr b="1" i="0" lang="en" sz="1200" u="none" cap="none" strike="noStrike">
                <a:solidFill>
                  <a:srgbClr val="1E2761"/>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419" name="Google Shape;419;p43"/>
          <p:cNvSpPr/>
          <p:nvPr/>
        </p:nvSpPr>
        <p:spPr>
          <a:xfrm>
            <a:off x="7859268" y="1268730"/>
            <a:ext cx="85740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400"/>
              <a:buFont typeface="Cambria"/>
              <a:buNone/>
            </a:pPr>
            <a:r>
              <a:rPr b="1" lang="en">
                <a:solidFill>
                  <a:srgbClr val="1E2761"/>
                </a:solidFill>
                <a:latin typeface="Cambria"/>
                <a:ea typeface="Cambria"/>
                <a:cs typeface="Cambria"/>
                <a:sym typeface="Cambria"/>
              </a:rPr>
              <a:t>30</a:t>
            </a:r>
            <a:r>
              <a:rPr b="1" i="0" lang="en" sz="1400" u="none" cap="none" strike="noStrike">
                <a:solidFill>
                  <a:srgbClr val="1E2761"/>
                </a:solidFill>
                <a:latin typeface="Cambria"/>
                <a:ea typeface="Cambria"/>
                <a:cs typeface="Cambria"/>
                <a:sym typeface="Cambria"/>
              </a:rPr>
              <a:t> min</a:t>
            </a:r>
            <a:r>
              <a:rPr b="1" lang="en" sz="1800">
                <a:solidFill>
                  <a:srgbClr val="F2A93B"/>
                </a:solidFill>
                <a:latin typeface="Cambria"/>
                <a:ea typeface="Cambria"/>
                <a:cs typeface="Cambria"/>
                <a:sym typeface="Cambria"/>
              </a:rPr>
              <a:t>*</a:t>
            </a:r>
            <a:endParaRPr b="0" i="0" sz="1400" u="none" cap="none" strike="noStrike">
              <a:solidFill>
                <a:schemeClr val="dk1"/>
              </a:solidFill>
              <a:latin typeface="Calibri"/>
              <a:ea typeface="Calibri"/>
              <a:cs typeface="Calibri"/>
              <a:sym typeface="Calibri"/>
            </a:endParaRPr>
          </a:p>
        </p:txBody>
      </p:sp>
      <p:sp>
        <p:nvSpPr>
          <p:cNvPr id="420" name="Google Shape;420;p43"/>
          <p:cNvSpPr/>
          <p:nvPr/>
        </p:nvSpPr>
        <p:spPr>
          <a:xfrm>
            <a:off x="6419088" y="1748790"/>
            <a:ext cx="2297400" cy="5145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1E2761"/>
              </a:buClr>
              <a:buSzPts val="1200"/>
              <a:buFont typeface="Cambria"/>
              <a:buNone/>
            </a:pPr>
            <a:r>
              <a:rPr b="1" lang="en" sz="1200">
                <a:solidFill>
                  <a:srgbClr val="1E2761"/>
                </a:solidFill>
                <a:latin typeface="Cambria"/>
                <a:ea typeface="Cambria"/>
                <a:cs typeface="Cambria"/>
                <a:sym typeface="Cambria"/>
              </a:rPr>
              <a:t>Suivi</a:t>
            </a:r>
            <a:endParaRPr b="1" sz="1200">
              <a:solidFill>
                <a:srgbClr val="1E2761"/>
              </a:solidFill>
              <a:latin typeface="Cambria"/>
              <a:ea typeface="Cambria"/>
              <a:cs typeface="Cambria"/>
              <a:sym typeface="Cambria"/>
            </a:endParaRPr>
          </a:p>
        </p:txBody>
      </p:sp>
      <p:sp>
        <p:nvSpPr>
          <p:cNvPr id="421" name="Google Shape;421;p43"/>
          <p:cNvSpPr/>
          <p:nvPr/>
        </p:nvSpPr>
        <p:spPr>
          <a:xfrm>
            <a:off x="6419088" y="2263140"/>
            <a:ext cx="2297400" cy="891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rgbClr val="4A4F63"/>
              </a:buClr>
              <a:buSzPts val="800"/>
              <a:buFont typeface="Calibri"/>
              <a:buNone/>
            </a:pPr>
            <a:r>
              <a:rPr lang="en" sz="800">
                <a:solidFill>
                  <a:srgbClr val="4A4F63"/>
                </a:solidFill>
                <a:latin typeface="Calibri"/>
                <a:ea typeface="Calibri"/>
                <a:cs typeface="Calibri"/>
                <a:sym typeface="Calibri"/>
              </a:rPr>
              <a:t>Un point de suivi régulier sera mis en place pour recueillir les retours de vos superviseurs et répondre à vos questions sur l'utilisation de la solution. L'objectif est de vous accompagner dans l'analyse de vos indicateurs, d'identifier les opportunités d'optimisation et de maximiser la valeur apportée par Ringover. </a:t>
            </a:r>
            <a:r>
              <a:rPr lang="en" sz="800">
                <a:solidFill>
                  <a:srgbClr val="4A4F63"/>
                </a:solidFill>
                <a:latin typeface="Calibri"/>
                <a:ea typeface="Calibri"/>
                <a:cs typeface="Calibri"/>
                <a:sym typeface="Calibri"/>
              </a:rPr>
              <a:t> </a:t>
            </a:r>
            <a:endParaRPr b="0" i="0" sz="800" u="none" cap="none" strike="noStrike">
              <a:solidFill>
                <a:schemeClr val="dk1"/>
              </a:solidFill>
              <a:latin typeface="Calibri"/>
              <a:ea typeface="Calibri"/>
              <a:cs typeface="Calibri"/>
              <a:sym typeface="Calibri"/>
            </a:endParaRPr>
          </a:p>
        </p:txBody>
      </p:sp>
      <p:cxnSp>
        <p:nvCxnSpPr>
          <p:cNvPr id="422" name="Google Shape;422;p43"/>
          <p:cNvCxnSpPr/>
          <p:nvPr/>
        </p:nvCxnSpPr>
        <p:spPr>
          <a:xfrm>
            <a:off x="6419088" y="3519870"/>
            <a:ext cx="2297400" cy="0"/>
          </a:xfrm>
          <a:prstGeom prst="straightConnector1">
            <a:avLst/>
          </a:prstGeom>
          <a:noFill/>
          <a:ln cap="flat" cmpd="sng" w="9525">
            <a:solidFill>
              <a:srgbClr val="E4E7F2"/>
            </a:solidFill>
            <a:prstDash val="solid"/>
            <a:round/>
            <a:headEnd len="sm" w="sm" type="none"/>
            <a:tailEnd len="sm" w="sm" type="none"/>
          </a:ln>
        </p:spPr>
      </p:cxnSp>
      <p:sp>
        <p:nvSpPr>
          <p:cNvPr id="423" name="Google Shape;423;p43"/>
          <p:cNvSpPr/>
          <p:nvPr/>
        </p:nvSpPr>
        <p:spPr>
          <a:xfrm>
            <a:off x="6419088" y="3682740"/>
            <a:ext cx="2297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800"/>
              <a:buFont typeface="Calibri"/>
              <a:buNone/>
            </a:pPr>
            <a:r>
              <a:rPr b="1" i="0" lang="en" sz="800" u="none" cap="none" strike="noStrike">
                <a:solidFill>
                  <a:srgbClr val="F2A93B"/>
                </a:solidFill>
                <a:latin typeface="Calibri"/>
                <a:ea typeface="Calibri"/>
                <a:cs typeface="Calibri"/>
                <a:sym typeface="Calibri"/>
              </a:rPr>
              <a:t>À PRÉPARER</a:t>
            </a:r>
            <a:endParaRPr b="0" i="0" sz="800" u="none" cap="none" strike="noStrike">
              <a:solidFill>
                <a:schemeClr val="dk1"/>
              </a:solidFill>
              <a:latin typeface="Calibri"/>
              <a:ea typeface="Calibri"/>
              <a:cs typeface="Calibri"/>
              <a:sym typeface="Calibri"/>
            </a:endParaRPr>
          </a:p>
        </p:txBody>
      </p:sp>
      <p:sp>
        <p:nvSpPr>
          <p:cNvPr id="424" name="Google Shape;424;p43"/>
          <p:cNvSpPr/>
          <p:nvPr/>
        </p:nvSpPr>
        <p:spPr>
          <a:xfrm>
            <a:off x="6419100" y="3966724"/>
            <a:ext cx="2297400" cy="710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A4F63"/>
              </a:buClr>
              <a:buSzPts val="800"/>
              <a:buFont typeface="Calibri"/>
              <a:buNone/>
            </a:pPr>
            <a:r>
              <a:rPr lang="en" sz="800">
                <a:solidFill>
                  <a:schemeClr val="dk1"/>
                </a:solidFill>
                <a:latin typeface="Calibri"/>
                <a:ea typeface="Calibri"/>
                <a:cs typeface="Calibri"/>
                <a:sym typeface="Calibri"/>
              </a:rPr>
              <a:t>Liste des questions et remontées superviseurs</a:t>
            </a:r>
            <a:endParaRPr b="0" i="0" sz="800" u="none" cap="none" strike="noStrike">
              <a:solidFill>
                <a:schemeClr val="dk1"/>
              </a:solidFill>
              <a:latin typeface="Calibri"/>
              <a:ea typeface="Calibri"/>
              <a:cs typeface="Calibri"/>
              <a:sym typeface="Calibri"/>
            </a:endParaRPr>
          </a:p>
        </p:txBody>
      </p:sp>
      <p:sp>
        <p:nvSpPr>
          <p:cNvPr id="425" name="Google Shape;425;p43"/>
          <p:cNvSpPr/>
          <p:nvPr/>
        </p:nvSpPr>
        <p:spPr>
          <a:xfrm>
            <a:off x="411480" y="490347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B8"/>
              </a:buClr>
              <a:buSzPts val="700"/>
              <a:buFont typeface="Calibri"/>
              <a:buNone/>
            </a:pPr>
            <a:r>
              <a:rPr b="0" i="0" lang="en" sz="700" u="none" cap="none" strike="noStrike">
                <a:solidFill>
                  <a:srgbClr val="9AA0B8"/>
                </a:solidFill>
                <a:latin typeface="Calibri"/>
                <a:ea typeface="Calibri"/>
                <a:cs typeface="Calibri"/>
                <a:sym typeface="Calibri"/>
              </a:rPr>
              <a:t>Empower by Ringover — Feuille de route de déploiement</a:t>
            </a:r>
            <a:endParaRPr b="0" i="0" sz="700" u="none" cap="none" strike="noStrike">
              <a:solidFill>
                <a:schemeClr val="dk1"/>
              </a:solidFill>
              <a:latin typeface="Calibri"/>
              <a:ea typeface="Calibri"/>
              <a:cs typeface="Calibri"/>
              <a:sym typeface="Calibri"/>
            </a:endParaRPr>
          </a:p>
        </p:txBody>
      </p:sp>
      <p:sp>
        <p:nvSpPr>
          <p:cNvPr id="426" name="Google Shape;426;p43"/>
          <p:cNvSpPr/>
          <p:nvPr/>
        </p:nvSpPr>
        <p:spPr>
          <a:xfrm>
            <a:off x="8572500" y="4903470"/>
            <a:ext cx="2742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0B8"/>
              </a:buClr>
              <a:buSzPts val="700"/>
              <a:buFont typeface="Calibri"/>
              <a:buNone/>
            </a:pPr>
            <a:r>
              <a:rPr b="0" i="0" lang="en" sz="700" u="none" cap="none" strike="noStrike">
                <a:solidFill>
                  <a:srgbClr val="9AA0B8"/>
                </a:solidFill>
                <a:latin typeface="Calibri"/>
                <a:ea typeface="Calibri"/>
                <a:cs typeface="Calibri"/>
                <a:sym typeface="Calibri"/>
              </a:rPr>
              <a:t>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431" name="Shape 431"/>
        <p:cNvGrpSpPr/>
        <p:nvPr/>
      </p:nvGrpSpPr>
      <p:grpSpPr>
        <a:xfrm>
          <a:off x="0" y="0"/>
          <a:ext cx="0" cy="0"/>
          <a:chOff x="0" y="0"/>
          <a:chExt cx="0" cy="0"/>
        </a:xfrm>
      </p:grpSpPr>
      <p:sp>
        <p:nvSpPr>
          <p:cNvPr id="432" name="Google Shape;432;p44"/>
          <p:cNvSpPr/>
          <p:nvPr/>
        </p:nvSpPr>
        <p:spPr>
          <a:xfrm>
            <a:off x="411480" y="308610"/>
            <a:ext cx="54864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300"/>
              <a:buFont typeface="Cambria"/>
              <a:buNone/>
            </a:pPr>
            <a:r>
              <a:rPr b="1" lang="en" sz="2300">
                <a:solidFill>
                  <a:srgbClr val="1E2761"/>
                </a:solidFill>
                <a:latin typeface="Cambria"/>
                <a:ea typeface="Cambria"/>
                <a:cs typeface="Cambria"/>
                <a:sym typeface="Cambria"/>
              </a:rPr>
              <a:t>Formations optionnelles</a:t>
            </a:r>
            <a:endParaRPr b="0" i="0" sz="2300" u="none" cap="none" strike="noStrike">
              <a:solidFill>
                <a:schemeClr val="dk1"/>
              </a:solidFill>
              <a:latin typeface="Calibri"/>
              <a:ea typeface="Calibri"/>
              <a:cs typeface="Calibri"/>
              <a:sym typeface="Calibri"/>
            </a:endParaRPr>
          </a:p>
        </p:txBody>
      </p:sp>
      <p:sp>
        <p:nvSpPr>
          <p:cNvPr id="433" name="Google Shape;433;p44"/>
          <p:cNvSpPr/>
          <p:nvPr/>
        </p:nvSpPr>
        <p:spPr>
          <a:xfrm>
            <a:off x="617220" y="3703320"/>
            <a:ext cx="1611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1800"/>
              <a:buFont typeface="Cambria"/>
              <a:buNone/>
            </a:pPr>
            <a:r>
              <a:t/>
            </a:r>
            <a:endParaRPr b="0" i="0" sz="1800" u="none" cap="none" strike="noStrike">
              <a:solidFill>
                <a:schemeClr val="dk1"/>
              </a:solidFill>
              <a:latin typeface="Calibri"/>
              <a:ea typeface="Calibri"/>
              <a:cs typeface="Calibri"/>
              <a:sym typeface="Calibri"/>
            </a:endParaRPr>
          </a:p>
        </p:txBody>
      </p:sp>
      <p:sp>
        <p:nvSpPr>
          <p:cNvPr id="434" name="Google Shape;434;p44"/>
          <p:cNvSpPr/>
          <p:nvPr/>
        </p:nvSpPr>
        <p:spPr>
          <a:xfrm>
            <a:off x="3502673" y="1200150"/>
            <a:ext cx="2023200" cy="3086100"/>
          </a:xfrm>
          <a:prstGeom prst="roundRect">
            <a:avLst>
              <a:gd fmla="val 3390"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5" name="Google Shape;435;p44"/>
          <p:cNvSpPr/>
          <p:nvPr/>
        </p:nvSpPr>
        <p:spPr>
          <a:xfrm>
            <a:off x="3667607" y="1358596"/>
            <a:ext cx="411600" cy="411600"/>
          </a:xfrm>
          <a:prstGeom prst="ellipse">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6" name="Google Shape;436;p44"/>
          <p:cNvSpPr/>
          <p:nvPr/>
        </p:nvSpPr>
        <p:spPr>
          <a:xfrm>
            <a:off x="3656463" y="1344180"/>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 sz="1500">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437" name="Google Shape;437;p44"/>
          <p:cNvSpPr/>
          <p:nvPr/>
        </p:nvSpPr>
        <p:spPr>
          <a:xfrm>
            <a:off x="3708413" y="1988820"/>
            <a:ext cx="1611600" cy="51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mbria"/>
              <a:buNone/>
            </a:pPr>
            <a:r>
              <a:rPr b="1" lang="en" sz="1300">
                <a:solidFill>
                  <a:srgbClr val="1E2761"/>
                </a:solidFill>
                <a:latin typeface="Cambria"/>
                <a:ea typeface="Cambria"/>
                <a:cs typeface="Cambria"/>
                <a:sym typeface="Cambria"/>
              </a:rPr>
              <a:t>Formation technique</a:t>
            </a:r>
            <a:endParaRPr b="0" i="0" sz="1300" u="none" cap="none" strike="noStrike">
              <a:solidFill>
                <a:schemeClr val="dk1"/>
              </a:solidFill>
              <a:latin typeface="Calibri"/>
              <a:ea typeface="Calibri"/>
              <a:cs typeface="Calibri"/>
              <a:sym typeface="Calibri"/>
            </a:endParaRPr>
          </a:p>
        </p:txBody>
      </p:sp>
      <p:sp>
        <p:nvSpPr>
          <p:cNvPr id="438" name="Google Shape;438;p44"/>
          <p:cNvSpPr/>
          <p:nvPr/>
        </p:nvSpPr>
        <p:spPr>
          <a:xfrm>
            <a:off x="3708413" y="2537460"/>
            <a:ext cx="161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F63"/>
              </a:buClr>
              <a:buSzPts val="900"/>
              <a:buFont typeface="Calibri"/>
              <a:buNone/>
            </a:pPr>
            <a:r>
              <a:rPr lang="en" sz="900">
                <a:solidFill>
                  <a:srgbClr val="4A4F63"/>
                </a:solidFill>
                <a:latin typeface="Calibri"/>
                <a:ea typeface="Calibri"/>
                <a:cs typeface="Calibri"/>
                <a:sym typeface="Calibri"/>
              </a:rPr>
              <a:t>Bonne pratique,  </a:t>
            </a:r>
            <a:r>
              <a:rPr lang="en" sz="900">
                <a:solidFill>
                  <a:srgbClr val="4A4F63"/>
                </a:solidFill>
                <a:latin typeface="Calibri"/>
                <a:ea typeface="Calibri"/>
                <a:cs typeface="Calibri"/>
                <a:sym typeface="Calibri"/>
              </a:rPr>
              <a:t> </a:t>
            </a:r>
            <a:endParaRPr b="0" i="0" sz="900" u="none" cap="none" strike="noStrike">
              <a:solidFill>
                <a:schemeClr val="dk1"/>
              </a:solidFill>
              <a:latin typeface="Calibri"/>
              <a:ea typeface="Calibri"/>
              <a:cs typeface="Calibri"/>
              <a:sym typeface="Calibri"/>
            </a:endParaRPr>
          </a:p>
        </p:txBody>
      </p:sp>
      <p:cxnSp>
        <p:nvCxnSpPr>
          <p:cNvPr id="439" name="Google Shape;439;p44"/>
          <p:cNvCxnSpPr/>
          <p:nvPr/>
        </p:nvCxnSpPr>
        <p:spPr>
          <a:xfrm>
            <a:off x="3708413" y="3600450"/>
            <a:ext cx="1611600" cy="0"/>
          </a:xfrm>
          <a:prstGeom prst="straightConnector1">
            <a:avLst/>
          </a:prstGeom>
          <a:noFill/>
          <a:ln cap="flat" cmpd="sng" w="9525">
            <a:solidFill>
              <a:srgbClr val="E4E7F2"/>
            </a:solidFill>
            <a:prstDash val="solid"/>
            <a:round/>
            <a:headEnd len="sm" w="sm" type="none"/>
            <a:tailEnd len="sm" w="sm" type="none"/>
          </a:ln>
        </p:spPr>
      </p:cxnSp>
      <p:sp>
        <p:nvSpPr>
          <p:cNvPr id="440" name="Google Shape;440;p44"/>
          <p:cNvSpPr/>
          <p:nvPr/>
        </p:nvSpPr>
        <p:spPr>
          <a:xfrm>
            <a:off x="3708413" y="3703320"/>
            <a:ext cx="1611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1800"/>
              <a:buFont typeface="Cambria"/>
              <a:buNone/>
            </a:pPr>
            <a:r>
              <a:rPr b="1" lang="en" sz="1800">
                <a:solidFill>
                  <a:srgbClr val="F2A93B"/>
                </a:solidFill>
                <a:latin typeface="Cambria"/>
                <a:ea typeface="Cambria"/>
                <a:cs typeface="Cambria"/>
                <a:sym typeface="Cambria"/>
              </a:rPr>
              <a:t>1h</a:t>
            </a:r>
            <a:endParaRPr b="0" i="0" sz="1800" u="none" cap="none" strike="noStrike">
              <a:solidFill>
                <a:schemeClr val="dk1"/>
              </a:solidFill>
              <a:latin typeface="Calibri"/>
              <a:ea typeface="Calibri"/>
              <a:cs typeface="Calibri"/>
              <a:sym typeface="Calibri"/>
            </a:endParaRPr>
          </a:p>
        </p:txBody>
      </p:sp>
      <p:sp>
        <p:nvSpPr>
          <p:cNvPr id="441" name="Google Shape;441;p44"/>
          <p:cNvSpPr/>
          <p:nvPr/>
        </p:nvSpPr>
        <p:spPr>
          <a:xfrm>
            <a:off x="3708413" y="4046220"/>
            <a:ext cx="161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B8"/>
              </a:buClr>
              <a:buSzPts val="700"/>
              <a:buFont typeface="Calibri"/>
              <a:buNone/>
            </a:pPr>
            <a:r>
              <a:rPr lang="en" sz="700">
                <a:solidFill>
                  <a:srgbClr val="9AA0B8"/>
                </a:solidFill>
                <a:latin typeface="Calibri"/>
                <a:ea typeface="Calibri"/>
                <a:cs typeface="Calibri"/>
                <a:sym typeface="Calibri"/>
              </a:rPr>
              <a:t>T</a:t>
            </a:r>
            <a:r>
              <a:rPr b="0" i="0" lang="en" sz="700" u="none" cap="none" strike="noStrike">
                <a:solidFill>
                  <a:srgbClr val="9AA0B8"/>
                </a:solidFill>
                <a:latin typeface="Calibri"/>
                <a:ea typeface="Calibri"/>
                <a:cs typeface="Calibri"/>
                <a:sym typeface="Calibri"/>
              </a:rPr>
              <a:t>emps </a:t>
            </a:r>
            <a:r>
              <a:rPr lang="en" sz="700">
                <a:solidFill>
                  <a:srgbClr val="9AA0B8"/>
                </a:solidFill>
                <a:latin typeface="Calibri"/>
                <a:ea typeface="Calibri"/>
                <a:cs typeface="Calibri"/>
                <a:sym typeface="Calibri"/>
              </a:rPr>
              <a:t>de formation</a:t>
            </a:r>
            <a:endParaRPr b="0" i="0" sz="700" u="none" cap="none" strike="noStrike">
              <a:solidFill>
                <a:schemeClr val="dk1"/>
              </a:solidFill>
              <a:latin typeface="Calibri"/>
              <a:ea typeface="Calibri"/>
              <a:cs typeface="Calibri"/>
              <a:sym typeface="Calibri"/>
            </a:endParaRPr>
          </a:p>
        </p:txBody>
      </p:sp>
      <p:sp>
        <p:nvSpPr>
          <p:cNvPr id="442" name="Google Shape;442;p44"/>
          <p:cNvSpPr/>
          <p:nvPr/>
        </p:nvSpPr>
        <p:spPr>
          <a:xfrm>
            <a:off x="6579773" y="1165925"/>
            <a:ext cx="2023200" cy="3086100"/>
          </a:xfrm>
          <a:prstGeom prst="roundRect">
            <a:avLst>
              <a:gd fmla="val 3390"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3" name="Google Shape;443;p44"/>
          <p:cNvSpPr/>
          <p:nvPr/>
        </p:nvSpPr>
        <p:spPr>
          <a:xfrm>
            <a:off x="6759600" y="1395680"/>
            <a:ext cx="411600" cy="411600"/>
          </a:xfrm>
          <a:prstGeom prst="ellipse">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4" name="Google Shape;444;p44"/>
          <p:cNvSpPr/>
          <p:nvPr/>
        </p:nvSpPr>
        <p:spPr>
          <a:xfrm>
            <a:off x="6748480" y="1369721"/>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 sz="1500">
                <a:solidFill>
                  <a:srgbClr val="FFFFFF"/>
                </a:solidFill>
                <a:latin typeface="Calibri"/>
                <a:ea typeface="Calibri"/>
                <a:cs typeface="Calibri"/>
                <a:sym typeface="Calibri"/>
              </a:rPr>
              <a:t>3</a:t>
            </a:r>
            <a:endParaRPr b="0" i="0" sz="1500" u="none" cap="none" strike="noStrike">
              <a:solidFill>
                <a:schemeClr val="dk1"/>
              </a:solidFill>
              <a:latin typeface="Calibri"/>
              <a:ea typeface="Calibri"/>
              <a:cs typeface="Calibri"/>
              <a:sym typeface="Calibri"/>
            </a:endParaRPr>
          </a:p>
        </p:txBody>
      </p:sp>
      <p:sp>
        <p:nvSpPr>
          <p:cNvPr id="445" name="Google Shape;445;p44"/>
          <p:cNvSpPr/>
          <p:nvPr/>
        </p:nvSpPr>
        <p:spPr>
          <a:xfrm>
            <a:off x="6785563" y="1988820"/>
            <a:ext cx="1611600" cy="51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mbria"/>
              <a:buNone/>
            </a:pPr>
            <a:r>
              <a:rPr b="1" lang="en" sz="1300">
                <a:solidFill>
                  <a:srgbClr val="1E2761"/>
                </a:solidFill>
                <a:latin typeface="Cambria"/>
                <a:ea typeface="Cambria"/>
                <a:cs typeface="Cambria"/>
                <a:sym typeface="Cambria"/>
              </a:rPr>
              <a:t>Campagnes</a:t>
            </a:r>
            <a:endParaRPr b="0" i="0" sz="1300" u="none" cap="none" strike="noStrike">
              <a:solidFill>
                <a:schemeClr val="dk1"/>
              </a:solidFill>
              <a:latin typeface="Calibri"/>
              <a:ea typeface="Calibri"/>
              <a:cs typeface="Calibri"/>
              <a:sym typeface="Calibri"/>
            </a:endParaRPr>
          </a:p>
        </p:txBody>
      </p:sp>
      <p:sp>
        <p:nvSpPr>
          <p:cNvPr id="446" name="Google Shape;446;p44"/>
          <p:cNvSpPr/>
          <p:nvPr/>
        </p:nvSpPr>
        <p:spPr>
          <a:xfrm>
            <a:off x="6755897" y="2537460"/>
            <a:ext cx="161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F63"/>
              </a:buClr>
              <a:buSzPts val="900"/>
              <a:buFont typeface="Calibri"/>
              <a:buNone/>
            </a:pPr>
            <a:r>
              <a:rPr lang="en" sz="900">
                <a:solidFill>
                  <a:schemeClr val="dk1"/>
                </a:solidFill>
                <a:latin typeface="Calibri"/>
                <a:ea typeface="Calibri"/>
                <a:cs typeface="Calibri"/>
                <a:sym typeface="Calibri"/>
              </a:rPr>
              <a:t>Création d’une campagne d’appel, SMS et messageS vocaux</a:t>
            </a:r>
            <a:endParaRPr b="0" i="0" sz="900" u="none" cap="none" strike="noStrike">
              <a:solidFill>
                <a:schemeClr val="dk1"/>
              </a:solidFill>
              <a:latin typeface="Calibri"/>
              <a:ea typeface="Calibri"/>
              <a:cs typeface="Calibri"/>
              <a:sym typeface="Calibri"/>
            </a:endParaRPr>
          </a:p>
        </p:txBody>
      </p:sp>
      <p:cxnSp>
        <p:nvCxnSpPr>
          <p:cNvPr id="447" name="Google Shape;447;p44"/>
          <p:cNvCxnSpPr/>
          <p:nvPr/>
        </p:nvCxnSpPr>
        <p:spPr>
          <a:xfrm>
            <a:off x="6785563" y="3600450"/>
            <a:ext cx="1611600" cy="0"/>
          </a:xfrm>
          <a:prstGeom prst="straightConnector1">
            <a:avLst/>
          </a:prstGeom>
          <a:noFill/>
          <a:ln cap="flat" cmpd="sng" w="9525">
            <a:solidFill>
              <a:srgbClr val="E4E7F2"/>
            </a:solidFill>
            <a:prstDash val="solid"/>
            <a:round/>
            <a:headEnd len="sm" w="sm" type="none"/>
            <a:tailEnd len="sm" w="sm" type="none"/>
          </a:ln>
        </p:spPr>
      </p:cxnSp>
      <p:sp>
        <p:nvSpPr>
          <p:cNvPr id="448" name="Google Shape;448;p44"/>
          <p:cNvSpPr/>
          <p:nvPr/>
        </p:nvSpPr>
        <p:spPr>
          <a:xfrm>
            <a:off x="6785563" y="3703320"/>
            <a:ext cx="1611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1800"/>
              <a:buFont typeface="Cambria"/>
              <a:buNone/>
            </a:pPr>
            <a:r>
              <a:rPr b="1" lang="en" sz="1800">
                <a:solidFill>
                  <a:srgbClr val="F2A93B"/>
                </a:solidFill>
                <a:latin typeface="Cambria"/>
                <a:ea typeface="Cambria"/>
                <a:cs typeface="Cambria"/>
                <a:sym typeface="Cambria"/>
              </a:rPr>
              <a:t>1h</a:t>
            </a:r>
            <a:endParaRPr b="0" i="0" sz="1800" u="none" cap="none" strike="noStrike">
              <a:solidFill>
                <a:schemeClr val="dk1"/>
              </a:solidFill>
              <a:latin typeface="Calibri"/>
              <a:ea typeface="Calibri"/>
              <a:cs typeface="Calibri"/>
              <a:sym typeface="Calibri"/>
            </a:endParaRPr>
          </a:p>
        </p:txBody>
      </p:sp>
      <p:sp>
        <p:nvSpPr>
          <p:cNvPr id="449" name="Google Shape;449;p44"/>
          <p:cNvSpPr/>
          <p:nvPr/>
        </p:nvSpPr>
        <p:spPr>
          <a:xfrm>
            <a:off x="6785563" y="4046220"/>
            <a:ext cx="161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B8"/>
              </a:buClr>
              <a:buSzPts val="700"/>
              <a:buFont typeface="Calibri"/>
              <a:buNone/>
            </a:pPr>
            <a:r>
              <a:rPr lang="en" sz="700">
                <a:solidFill>
                  <a:srgbClr val="9AA0B8"/>
                </a:solidFill>
                <a:latin typeface="Calibri"/>
                <a:ea typeface="Calibri"/>
                <a:cs typeface="Calibri"/>
                <a:sym typeface="Calibri"/>
              </a:rPr>
              <a:t>Temps de formation</a:t>
            </a:r>
            <a:endParaRPr b="0" i="0" sz="700" u="none" cap="none" strike="noStrike">
              <a:solidFill>
                <a:schemeClr val="dk1"/>
              </a:solidFill>
              <a:latin typeface="Calibri"/>
              <a:ea typeface="Calibri"/>
              <a:cs typeface="Calibri"/>
              <a:sym typeface="Calibri"/>
            </a:endParaRPr>
          </a:p>
        </p:txBody>
      </p:sp>
      <p:sp>
        <p:nvSpPr>
          <p:cNvPr id="450" name="Google Shape;450;p44"/>
          <p:cNvSpPr/>
          <p:nvPr/>
        </p:nvSpPr>
        <p:spPr>
          <a:xfrm>
            <a:off x="411480" y="490347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B8"/>
              </a:buClr>
              <a:buSzPts val="700"/>
              <a:buFont typeface="Calibri"/>
              <a:buNone/>
            </a:pPr>
            <a:r>
              <a:rPr b="0" i="0" lang="en" sz="700" u="none" cap="none" strike="noStrike">
                <a:solidFill>
                  <a:srgbClr val="9AA0B8"/>
                </a:solidFill>
                <a:latin typeface="Calibri"/>
                <a:ea typeface="Calibri"/>
                <a:cs typeface="Calibri"/>
                <a:sym typeface="Calibri"/>
              </a:rPr>
              <a:t>Ringover — Feuille de route de déploiement</a:t>
            </a:r>
            <a:endParaRPr b="0" i="0" sz="700" u="none" cap="none" strike="noStrike">
              <a:solidFill>
                <a:schemeClr val="dk1"/>
              </a:solidFill>
              <a:latin typeface="Calibri"/>
              <a:ea typeface="Calibri"/>
              <a:cs typeface="Calibri"/>
              <a:sym typeface="Calibri"/>
            </a:endParaRPr>
          </a:p>
        </p:txBody>
      </p:sp>
      <p:sp>
        <p:nvSpPr>
          <p:cNvPr id="451" name="Google Shape;451;p44"/>
          <p:cNvSpPr/>
          <p:nvPr/>
        </p:nvSpPr>
        <p:spPr>
          <a:xfrm>
            <a:off x="8572500" y="4903470"/>
            <a:ext cx="2742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0B8"/>
              </a:buClr>
              <a:buSzPts val="700"/>
              <a:buFont typeface="Calibri"/>
              <a:buNone/>
            </a:pPr>
            <a:r>
              <a:rPr b="0" i="0" lang="en" sz="700" u="none" cap="none" strike="noStrike">
                <a:solidFill>
                  <a:srgbClr val="9AA0B8"/>
                </a:solidFill>
                <a:latin typeface="Calibri"/>
                <a:ea typeface="Calibri"/>
                <a:cs typeface="Calibri"/>
                <a:sym typeface="Calibri"/>
              </a:rPr>
              <a:t>2</a:t>
            </a:r>
            <a:endParaRPr b="0" i="0" sz="700" u="none" cap="none" strike="noStrike">
              <a:solidFill>
                <a:schemeClr val="dk1"/>
              </a:solidFill>
              <a:latin typeface="Calibri"/>
              <a:ea typeface="Calibri"/>
              <a:cs typeface="Calibri"/>
              <a:sym typeface="Calibri"/>
            </a:endParaRPr>
          </a:p>
        </p:txBody>
      </p:sp>
      <p:sp>
        <p:nvSpPr>
          <p:cNvPr id="452" name="Google Shape;452;p44"/>
          <p:cNvSpPr/>
          <p:nvPr/>
        </p:nvSpPr>
        <p:spPr>
          <a:xfrm>
            <a:off x="551620" y="1200150"/>
            <a:ext cx="2023200" cy="3086100"/>
          </a:xfrm>
          <a:prstGeom prst="roundRect">
            <a:avLst>
              <a:gd fmla="val 3390" name="adj"/>
            </a:avLst>
          </a:prstGeom>
          <a:solidFill>
            <a:srgbClr val="FFFFFF"/>
          </a:solidFill>
          <a:ln>
            <a:noFill/>
          </a:ln>
          <a:effectLst>
            <a:outerShdw blurRad="76200" rotWithShape="0" algn="bl" dir="5400000" dist="28575">
              <a:srgbClr val="1E2761">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3" name="Google Shape;453;p44"/>
          <p:cNvSpPr/>
          <p:nvPr/>
        </p:nvSpPr>
        <p:spPr>
          <a:xfrm>
            <a:off x="2021905" y="1425330"/>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 sz="1500">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454" name="Google Shape;454;p44"/>
          <p:cNvSpPr/>
          <p:nvPr/>
        </p:nvSpPr>
        <p:spPr>
          <a:xfrm>
            <a:off x="668460" y="1988820"/>
            <a:ext cx="1611600" cy="51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mbria"/>
              <a:buNone/>
            </a:pPr>
            <a:r>
              <a:rPr b="1" lang="en" sz="1300">
                <a:solidFill>
                  <a:srgbClr val="1E2761"/>
                </a:solidFill>
                <a:latin typeface="Cambria"/>
                <a:ea typeface="Cambria"/>
                <a:cs typeface="Cambria"/>
                <a:sym typeface="Cambria"/>
              </a:rPr>
              <a:t>Facturation</a:t>
            </a:r>
            <a:endParaRPr b="0" i="0" sz="1300" u="none" cap="none" strike="noStrike">
              <a:solidFill>
                <a:schemeClr val="dk1"/>
              </a:solidFill>
              <a:latin typeface="Calibri"/>
              <a:ea typeface="Calibri"/>
              <a:cs typeface="Calibri"/>
              <a:sym typeface="Calibri"/>
            </a:endParaRPr>
          </a:p>
        </p:txBody>
      </p:sp>
      <p:sp>
        <p:nvSpPr>
          <p:cNvPr id="455" name="Google Shape;455;p44"/>
          <p:cNvSpPr/>
          <p:nvPr/>
        </p:nvSpPr>
        <p:spPr>
          <a:xfrm>
            <a:off x="1135605" y="2503335"/>
            <a:ext cx="161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F63"/>
              </a:buClr>
              <a:buSzPts val="900"/>
              <a:buFont typeface="Calibri"/>
              <a:buNone/>
            </a:pPr>
            <a:r>
              <a:t/>
            </a:r>
            <a:endParaRPr b="0" i="0" sz="900" u="none" cap="none" strike="noStrike">
              <a:solidFill>
                <a:schemeClr val="dk1"/>
              </a:solidFill>
              <a:latin typeface="Calibri"/>
              <a:ea typeface="Calibri"/>
              <a:cs typeface="Calibri"/>
              <a:sym typeface="Calibri"/>
            </a:endParaRPr>
          </a:p>
        </p:txBody>
      </p:sp>
      <p:cxnSp>
        <p:nvCxnSpPr>
          <p:cNvPr id="456" name="Google Shape;456;p44"/>
          <p:cNvCxnSpPr/>
          <p:nvPr/>
        </p:nvCxnSpPr>
        <p:spPr>
          <a:xfrm>
            <a:off x="686910" y="3600450"/>
            <a:ext cx="1611600" cy="0"/>
          </a:xfrm>
          <a:prstGeom prst="straightConnector1">
            <a:avLst/>
          </a:prstGeom>
          <a:noFill/>
          <a:ln cap="flat" cmpd="sng" w="9525">
            <a:solidFill>
              <a:srgbClr val="E4E7F2"/>
            </a:solidFill>
            <a:prstDash val="solid"/>
            <a:round/>
            <a:headEnd len="sm" w="sm" type="none"/>
            <a:tailEnd len="sm" w="sm" type="none"/>
          </a:ln>
        </p:spPr>
      </p:cxnSp>
      <p:sp>
        <p:nvSpPr>
          <p:cNvPr id="457" name="Google Shape;457;p44"/>
          <p:cNvSpPr/>
          <p:nvPr/>
        </p:nvSpPr>
        <p:spPr>
          <a:xfrm>
            <a:off x="668460" y="3639445"/>
            <a:ext cx="1611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1800"/>
              <a:buFont typeface="Cambria"/>
              <a:buNone/>
            </a:pPr>
            <a:r>
              <a:rPr b="1" lang="en" sz="1800">
                <a:solidFill>
                  <a:srgbClr val="F2A93B"/>
                </a:solidFill>
                <a:latin typeface="Cambria"/>
                <a:ea typeface="Cambria"/>
                <a:cs typeface="Cambria"/>
                <a:sym typeface="Cambria"/>
              </a:rPr>
              <a:t>30 min</a:t>
            </a:r>
            <a:endParaRPr b="0" i="0" sz="1800" u="none" cap="none" strike="noStrike">
              <a:solidFill>
                <a:schemeClr val="dk1"/>
              </a:solidFill>
              <a:latin typeface="Calibri"/>
              <a:ea typeface="Calibri"/>
              <a:cs typeface="Calibri"/>
              <a:sym typeface="Calibri"/>
            </a:endParaRPr>
          </a:p>
        </p:txBody>
      </p:sp>
      <p:sp>
        <p:nvSpPr>
          <p:cNvPr id="458" name="Google Shape;458;p44"/>
          <p:cNvSpPr/>
          <p:nvPr/>
        </p:nvSpPr>
        <p:spPr>
          <a:xfrm>
            <a:off x="649810" y="4046220"/>
            <a:ext cx="161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B8"/>
              </a:buClr>
              <a:buSzPts val="700"/>
              <a:buFont typeface="Calibri"/>
              <a:buNone/>
            </a:pPr>
            <a:r>
              <a:rPr lang="en" sz="700">
                <a:solidFill>
                  <a:srgbClr val="9AA0B8"/>
                </a:solidFill>
                <a:latin typeface="Calibri"/>
                <a:ea typeface="Calibri"/>
                <a:cs typeface="Calibri"/>
                <a:sym typeface="Calibri"/>
              </a:rPr>
              <a:t>T</a:t>
            </a:r>
            <a:r>
              <a:rPr b="0" i="0" lang="en" sz="700" u="none" cap="none" strike="noStrike">
                <a:solidFill>
                  <a:srgbClr val="9AA0B8"/>
                </a:solidFill>
                <a:latin typeface="Calibri"/>
                <a:ea typeface="Calibri"/>
                <a:cs typeface="Calibri"/>
                <a:sym typeface="Calibri"/>
              </a:rPr>
              <a:t>emps de </a:t>
            </a:r>
            <a:r>
              <a:rPr lang="en" sz="700">
                <a:solidFill>
                  <a:srgbClr val="9AA0B8"/>
                </a:solidFill>
                <a:latin typeface="Calibri"/>
                <a:ea typeface="Calibri"/>
                <a:cs typeface="Calibri"/>
                <a:sym typeface="Calibri"/>
              </a:rPr>
              <a:t>formation</a:t>
            </a:r>
            <a:endParaRPr b="0" i="0" sz="700" u="none" cap="none" strike="noStrike">
              <a:solidFill>
                <a:schemeClr val="dk1"/>
              </a:solidFill>
              <a:latin typeface="Calibri"/>
              <a:ea typeface="Calibri"/>
              <a:cs typeface="Calibri"/>
              <a:sym typeface="Calibri"/>
            </a:endParaRPr>
          </a:p>
        </p:txBody>
      </p:sp>
      <p:sp>
        <p:nvSpPr>
          <p:cNvPr id="459" name="Google Shape;459;p44"/>
          <p:cNvSpPr/>
          <p:nvPr/>
        </p:nvSpPr>
        <p:spPr>
          <a:xfrm>
            <a:off x="727726" y="1395680"/>
            <a:ext cx="411600" cy="411600"/>
          </a:xfrm>
          <a:prstGeom prst="ellipse">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n">
                <a:solidFill>
                  <a:schemeClr val="lt1"/>
                </a:solidFill>
              </a:rPr>
              <a:t>1</a:t>
            </a:r>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